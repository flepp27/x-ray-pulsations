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2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948E4-4645-714D-ADD3-FEB44964A8F0}" v="98" dt="2024-04-17T08:54:30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7T08:10:44.94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0 165 24575,'0'4'0,"2"1"0,1 0 0,0 0 0,2 0 0,-3 0 0,4 0 0,-1 0 0,-2 1 0,1-1 0,-1 0 0,2 0 0,0 0 0,0 0 0,-2 0 0,2 0 0,-3 0 0,1 0 0,-1 0 0,-2 0 0,0 0 0,2 0 0,-1 0 0,3 0 0,-3 0 0,3 0 0,-1 0 0,2-2 0,-3 1 0,3-3 0,-3 1 0,1 0 0,2-1 0,-3 3 0,3-4 0,0 5 0,0-3 0,0 1 0,0 1 0,-2-1 0,1 0 0,-1 2 0,2-3 0,0 1 0,0 1 0,0-3 0,0 3 0,0-1 0,0 2 0,0-2 0,-2 2 0,2-3 0,-2 4 0,2-4 0,0 3 0,0-2 0,0 2 0,0 0 0,0-2 0,0 1 0,0-1 0,1 2 0,-1 0 0,0 1 0,3-1 0,-2-2 0,3 2 0,-4-2 0,3 0 0,-2 1 0,6 0 0,-6-1 0,3 2 0,-1-2 0,-2 3 0,3-1 0,-4-2 0,0 2 0,0-5 0,0 5 0,0-5 0,0 2 0,0 1 0,0-3 0,1 3 0,-1-1 0,0-2 0,0 5 0,0-4 0,0 1 0,0 0 0,0-1 0,0 1 0,0-2 0,0 0 0,0 2 0,0-1 0,0 1 0,0-2 0,0 2 0,0-1 0,0 1 0,0-2 0,0 0 0,1 2 0,-1-1 0,3 1 0,-2-2 0,3 0 0,-1 0 0,-2 3 0,3-3 0,-4 2 0,0 1 0,3-3 0,-2 3 0,3-3 0,-4 0 0,0 0 0,0 0 0,0 0 0,0 0 0,0 0 0,4 0 0,-3 0 0,2 0 0,-3 0 0,1 0 0,-1 0 0,0 0 0,0 0 0,0 0 0,0 0 0,0 0 0,0 0 0,0 0 0,1 0 0,-1 0 0,0 0 0,0 0 0,0 0 0,0 0 0,0 0 0,0 0 0,0 0 0,1 0 0,-1 0 0,0 0 0,0 0 0,0 0 0,0 0 0,4 0 0,-3 0 0,2 0 0,1 0 0,-3 0 0,2 0 0,-3 0 0,0 0 0,0 0 0,0 0 0,4 0 0,-3 0 0,2 0 0,1 0 0,0 0 0,1-3 0,1 0 0,-1-3 0,2 2 0,1-1 0,-4 2 0,3-1 0,-2-1 0,-1 4 0,3-1 0,-6-1 0,2 3 0,1-3 0,-3 1 0,2 2 0,-3-5 0,0 4 0,4-1 0,-3 0 0,2 1 0,-2-3 0,-1 3 0,3-1 0,-2-1 0,3 3 0,-4-5 0,0 5 0,0-3 0,3 0 0,-2 3 0,3-5 0,-1 4 0,2-4 0,-1 2 0,3-1 0,-3-1 0,4 2 0,0-4 0,-4 4 0,3-3 0,-3 3 0,4-4 0,0 1 0,-1-1 0,1 1 0,-4 0 0,3 0 0,-2 0 0,2 0 0,-2 0 0,1 0 0,-1 0 0,3-1 0,-1 1 0,1 0 0,0-1 0,-1-2 0,1 5 0,-4-4 0,0 5 0,-4 0 0,0-2 0,0 5 0,0-5 0,0 5 0,4-6 0,-3 3 0,6-3 0,2 0 0,-1 2 0,5-2 0,-6 2 0,1-2 0,-4 0 0,3 3 0,-6-2 0,3 2 0,-1 0 0,-2-1 0,6 0 0,-6 1 0,6-2 0,-3 1 0,4-2 0,0-1 0,-1 4 0,-2-2 0,1 1 0,-5-1 0,6-1 0,-6 0 0,6 0 0,-6 3 0,6-3 0,-3 3 0,1-3 0,1 0 0,-1 0 0,3 2 0,-4-1 0,3 2 0,-3-3 0,4-1 0,-1 1 0,-2 0 0,2 0 0,-3 0 0,8-1 0,-3 1 0,8-5 0,-8 3 0,3-2 0,-5 4 0,1 2 0,-4-1 0,0 4 0,-1-4 0,-2 5 0,3-6 0,-4 6 0,0-2 0,0 2 0,0 0 0,0 0 0,1-3 0,-1 3 0,0-3 0,0 3 0,0 0 0,0 0 0,0 0 0,4 0 0,-3 0 0,2 0 0,-3 0 0,4 0 0,-3 0 0,2 0 0,-3 0 0,4 0 0,-3 0 0,2 0 0,-3 0 0,1 0 0,-1 0 0,0 0 0,0 0 0,0 0 0,0 0 0,0 3 0,0-3 0,0 2 0,1 1 0,-1-3 0,0 5 0,0-2 0,0 1 0,0 2 0,-1-2 0,1-1 0,0-1 0,0 0 0,0-1 0,0 3 0,0-1 0,0 2 0,0-3 0,0 3 0,0-5 0,1 5 0,-1-2 0,0 0 0,0 1 0,0-3 0,0 3 0,0-3 0,0 3 0,0-3 0,1 4 0,-1-5 0,0 2 0,0 1 0,0-3 0,0 5 0,0-5 0,-3 4 0,3-3 0,-2 1 0,0 0 0,1-1 0,-1 1 0,0 1 0,1-3 0,-3 5 0,4-5 0,-3 4 0,3-3 0,-1 1 0,1 0 0,0-1 0,-1 1 0,-1 0 0,1-1 0,-1 1 0,0 0 0,1-1 0,-1 3 0,2-3 0,0 3 0,0-3 0,0 3 0,-1-3 0,2 1 0,-1 0 0,0-1 0,0 1 0,-1 0 0,2-1 0,-1 1 0,0 0 0,0-1 0,0 4 0,0-5 0,0 5 0,4-2 0,-3 0 0,5 3 0,-5-6 0,3 5 0,-1-4 0,-2 4 0,3-5 0,-1 2 0,-2 1 0,3-3 0,-4 5 0,3-5 0,-2 5 0,3-5 0,-1 6 0,-2-6 0,3 3 0,-1 0 0,-2-2 0,3 1 0,-4 1 0,0-3 0,3 2 0,-2 1 0,3-3 0,-1 3 0,-2-1 0,3-2 0,-1 3 0,-2-1 0,3-1 0,-4 3 0,3-3 0,-2 1 0,3-2 0,-4 2 0,0-1 0,0 1 0,4 1 0,-3-2 0,2 4 0,-3-5 0,0 2 0,4 1 0,-3-2 0,2 2 0,-3-3 0,4 0 0,-3 0 0,2 2 0,1-1 0,0 1 0,4-2 0,-1 3 0,1-3 0,0 6 0,0-5 0,4 2 0,-3-3 0,3 2 0,0-1 0,-3 2 0,8-3 0,-4 3 0,0-2 0,9 6 0,-7-6 0,8 7 0,-5-7 0,0 2 0,0 0 0,-5-2 0,-1 2 0,1 1 0,-5-3 0,1 2 0,-2-3 0,-3 0 0,4 0 0,0 0 0,0 3 0,4-2 0,-3 1 0,7-2 0,-7 0 0,8 0 0,-8 0 0,3 0 0,-5 0 0,1 0 0,0 0 0,0 0 0,-1 0 0,1 0 0,0 0 0,-1 0 0,1 0 0,4 0 0,-3 0 0,8 0 0,-8 0 0,7 0 0,-7 0 0,3 0 0,-4 0 0,0 0 0,0 0 0,-1 0 0,-2 0 0,1 0 0,-1 0 0,2 0 0,-2 0 0,2 0 0,-3-2 0,4 1 0,-1-2 0,1 3 0,0 0 0,0 0 0,-1-3 0,-2 2 0,1-1 0,-5 2 0,6-3 0,-2 2 0,2-2 0,-2 1 0,2 1 0,-7-1 0,7-1 0,-2 2 0,2-1 0,1-1 0,0 2 0,0-5 0,-1 3 0,1-1 0,4-2 0,-3 5 0,3-5 0,-4 2 0,2-1 0,-5 1 0,4 2 0,-8 0 0,2 1 0,1-4 0,-3 4 0,6-4 0,-3 1 0,4 0 0,-1-1 0,1 4 0,0-5 0,-1 3 0,1-4 0,0 4 0,0-3 0,-1 5 0,1-4 0,0 1 0,-1 1 0,-2 0 0,2 0 0,-6 2 0,5-2 0,-5 1 0,3 2 0,-4-3 0,4 3 0,-4 0 0,7 0 0,-2-3 0,2 3 0,1-3 0,0 0 0,0 2 0,4-5 0,-3 5 0,7-6 0,-7 7 0,8-4 0,-4 1 0,5 2 0,0-2 0,-5 0 0,4 2 0,-4-2 0,0 3 0,-1-3 0,-4 3 0,4-3 0,-3 3 0,3 0 0,-4 0 0,0 0 0,-1 0 0,1 0 0,0 0 0,4 0 0,-3 0 0,8 0 0,-4 0 0,10 0 0,-4 3 0,5-2 0,-6 2 0,5-3 0,-4 0 0,5 0 0,-7 0 0,1 0 0,-4 0 0,2 0 0,-7 3 0,3-2 0,-7 2 0,-2-3 0,-3 2 0,0-1 0,0 1 0,0 0 0,1-1 0,-2 1 0,1-2 0,0 2 0,0-1 0,0 1 0,-1 0 0,1-2 0,0 3 0,-2-1 0,1-2 0,-1 3 0,2-3 0,0 0 0,-1 0 0,-1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7T08:10:51.18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0 491 24575,'13'0'0,"-7"0"-9831,11 0 8341,-11 0 4308,5 0-2818,-5 0 1719,8 3-1719,-7-3 0,7 3 0,-8-1 6784,6-2-6784,-3 3 0,4-1 0,-4-1 0,3 2 0,-2 0 0,-1-2 0,3 1 0,-6-2 0,2 0 0,1 0 0,-3 3 0,6-3 0,-7 2 0,7-2 0,-6 3 0,6-3 0,-3 3 0,1-3 0,2 2 0,-6-1 0,5 2 0,-1 0 0,-1-3 0,3 3 0,-6-3 0,6 3 0,-6-2 0,6 2 0,-3-3 0,0 2 0,3-2 0,-6 3 0,6-3 0,-6 0 0,6 0 0,-3 0 0,4 0 0,4 0 0,-3 0 0,3 0 0,0 0 0,-3 0 0,3 0 0,-4 0 0,-4 0 0,3 0 0,-3 0 0,1 0 0,2 0 0,-3-3 0,4-1 0,4-3 0,-3 1 0,7 2 0,-7-2 0,3 2 0,1-2 0,-5-1 0,5 3 0,-6-2 0,-2 3 0,2-3 0,-3 0 0,4 0 0,-4 0 0,3 0 0,-3 0 0,0 0 0,3 0 0,-2 3 0,-1-3 0,3 6 0,-6-5 0,2 2 0,-3 1 0,1-3 0,2 2 0,-2-3 0,2 0 0,-2 1 0,-1 0 0,3-3 0,-2 2 0,6-6 0,-3 5 0,4-5 0,0 5 0,-1-5 0,1 2 0,0-3 0,0 3 0,-1-2 0,5 1 0,-3 1 0,4-3 0,-6 6 0,1-5 0,0 4 0,-1-1 0,1 3 0,-3-3 0,2 1 0,-6 0 0,6 2 0,-6 0 0,6 0 0,-6 3 0,3-2 0,-4 2 0,0 0 0,0-2 0,0 5 0,0-5 0,0 5 0,0-5 0,0 2 0,1 0 0,2-2 0,-2 2 0,6 0 0,-6-2 0,2 2 0,1-3 0,-3 3 0,6-2 0,-6 2 0,5-3 0,-5 3 0,6-3 0,-2 2 0,-1-2 0,3 3 0,-6-2 0,6 5 0,-6-2 0,5-1 0,-5 2 0,3-2 0,-4 3 0,0 0 0,0 0 0,0 0 0,4 0 0,-3 0 0,2 0 0,-3 0 0,1 0 0,-1 0 0,0 2 0,0 1 0,0 2 0,0 0 0,0 1 0,4-1 0,-3-2 0,6 3 0,-7-5 0,7 4 0,-6-4 0,6 4 0,-2-4 0,-1 2 0,3 0 0,-3-3 0,4 3 0,-1-3 0,-2 3 0,2-3 0,-3 2 0,4 1 0,-1-2 0,-2 4 0,2-2 0,-6 0 0,2 2 0,1-1 0,-3 1 0,5 1 0,-5-1 0,3 1 0,-1 0 0,-2-1 0,6 1 0,-3 0 0,4 0 0,-3 0 0,1 0 0,-1 0 0,-1 0 0,0 0 0,-1-1 0,1 1 0,1 0 0,2 0 0,-6-1 0,5 1 0,-5 0 0,3-3 0,-4 2 0,3-5 0,-2 2 0,3-2 0,-1 3 0,-2-2 0,3 2 0,-4-3 0,3 0 0,-2 0 0,6 0 0,-6 2 0,3-1 0,-4 1 0,0-2 0,0 2 0,0-1 0,0 1 0,0-2 0,0 0 0,1 2 0,-1-1 0,0 1 0,0-2 0,0 2 0,0-1 0,0 1 0,0 0 0,0-1 0,1 1 0,-1-2 0,3 3 0,-2-2 0,3 2 0,-4-3 0,0 0 0,0 0 0,0 0 0,0 0 0,0 0 0,0 0 0,4 0 0,0 0 0,4 0 0,0 0 0,-1 0 0,1 0 0,0 0 0,0-3 0,-1 2 0,1-5 0,-4 3 0,3-3 0,-3 3 0,4-3 0,0 3 0,0-4 0,-1 1 0,1 0 0,0-1 0,-1 1 0,1-1 0,0 1 0,0 0 0,-1-1 0,5-3 0,-3 3 0,4-4 0,-6 5 0,5-1 0,-3 0 0,3 1 0,-4-1 0,-4 4 0,3-3 0,-6 3 0,6-1 0,-6 0 0,3 1 0,-4 0 0,0-1 0,0 3 0,0-4 0,0 5 0,0-3 0,0 1 0,1 2 0,-1-5 0,0 4 0,0-3 0,0 3 0,0-3 0,0 1 0,-2-2 0,2 2 0,-3-2 0,4 2 0,-1-2 0,3-1 0,1 0 0,4 0 0,0 0 0,0-1 0,-1 1 0,6-1 0,-5 0 0,5 0 0,-6 1 0,1 3 0,0-3 0,-1 5 0,-2-2 0,2 3 0,-6 0 0,2 0 0,-3 0 0,0 0 0,0 0 0,0 0 0,0 2 0,-2 1 0,1 2 0,-3 0 0,3 0 0,-3 4 0,4-3 0,-5 2 0,5-3 0,-5 0 0,5 0 0,-2 0 0,2 1 0,0-1 0,0 0 0,0 0 0,0 0 0,4 1 0,0 2 0,4-1 0,-1 5 0,-2-5 0,2 2 0,-6-4 0,5 1 0,-5 0 0,3-1 0,-4 0 0,0 0 0,0 1 0,0-1 0,0 0 0,1 0 0,-1 0 0,0 0 0,0 0 0,0 0 0,0-2 0,4 2 0,-3-2 0,2 1 0,-3 0 0,4 0 0,-3 1 0,2 0 0,1 1 0,-3-1 0,5 2 0,-5-2 0,6 1 0,-2 0 0,-1 0 0,3 0 0,-3 2 0,4-1 0,0 2 0,-4-3 0,3 0 0,-6 3 0,6-2 0,-5 2 0,5-3 0,-3 0 0,0-1 0,3 2 0,-3-2 0,1 1 0,2 0 0,-3 0 0,4 1 0,-4-2 0,3-1 0,-3 1 0,4-2 0,0 4 0,-1-1 0,1 0 0,4 1 0,-3 0 0,3-1 0,0 1 0,-3 0 0,4 0 0,-1-4 0,-3 3 0,3-3 0,-5 1 0,1 1 0,-4-4 0,3 2 0,-2 0 0,-1-2 0,0 4 0,-1-5 0,-2 2 0,6-2 0,-6 0 0,6 3 0,-3-2 0,8 2 0,1-3 0,5 0 0,0 0 0,0 0 0,5 0 0,-4 0 0,5 0 0,-6 0 0,-5 0 0,4 0 0,-9 0 0,5 0 0,-6 0 0,1 0 0,0 0 0,-1 0 0,1-3 0,0 2 0,4-2 0,-3 3 0,3-2 0,0 1 0,-3-2 0,8 0 0,-8 2 0,7-3 0,-7 2 0,3 1 0,-4-2 0,0 3 0,-1-3 0,1 2 0,0-1 0,4-2 0,-3 3 0,8-5 0,-4 1 0,5-2 0,5-1 0,-4 0 0,5 0 0,-7 0 0,-3 1 0,-2 0 0,-4 1 0,-1 2 0,-2-1 0,-2 2 0,1 0 0,-4-1 0,4 3 0,-4-3 0,0 3 0,0-1 0,0-1 0,1 3 0,-1-5 0,0 5 0,0-5 0,0 2 0,0-2 0,0 2 0,-3-1 0,3 4 0,-3-3 0,1 1 0,-1-1 0,1 1 0,-3-2 0,2 1 0,-2-1 0,0-1 0,0 1 0,0-1 0,0 0 0,0 1 0,0-1 0,0 0 0,0 0 0,0 1 0,0-1 0,0 2 0,0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7T08:10:57.15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0 784 24575,'5'-7'0,"-2"2"0,4-2 0,-2 2 0,1-4 0,-1 3 0,1-3 0,2 4 0,-2-1 0,6 0 0,-6 1 0,2-1 0,-3 1 0,1 0 0,-1 0 0,0 2 0,0-2 0,0 2 0,0-2 0,0 2 0,0-2 0,1 5 0,-1-5 0,-1 3 0,1-1 0,-2-1 0,2 3 0,-3-1 0,1-1 0,2 3 0,-2-3 0,-1 1 0,3 2 0,-2-3 0,2 1 0,0 1 0,0-1 0,0 0 0,0 1 0,1-3 0,-1 1 0,0 0 0,0-2 0,0 5 0,3-5 0,-2 2 0,3-1 0,-4 0 0,4 3 0,-3-1 0,5-1 0,-1-1 0,2 1 0,1-3 0,0 5 0,0-4 0,4 4 0,-3-2 0,3 3 0,-5 0 0,1 0 0,0 0 0,0 0 0,-4 0 0,3 0 0,-6 0 0,6 0 0,-3 0 0,0 0 0,3 3 0,-3 0 0,1 3 0,2 0 0,-3 0 0,0 0 0,3 0 0,-6-1 0,6 4 0,-6-3 0,3 6 0,0-5 0,-2 5 0,2-2 0,-3-1 0,0 3 0,-1-6 0,1 2 0,-1-3 0,0 4 0,1-3 0,-1 2 0,0-3 0,4 1 0,-3-1 0,2-1 0,1 1 0,-3-2 0,6 3 0,-6-1 0,2 1 0,1-1 0,-3 1 0,2-1 0,-3 0 0,0-2 0,0 2 0,1-5 0,-2 3 0,1-3 0,0 0 0,0 0 0,0 0 0,1 0 0,-1 0 0,0 0 0,0 0 0,0 0 0,0 0 0,0 0 0,0 0 0,0 0 0,1 0 0,-1-3 0,0 0 0,0-5 0,1-1 0,0-1 0,3-2 0,-3 6 0,6-6 0,-6 3 0,6-1 0,-5-2 0,5 2 0,-2 0 0,3-2 0,-3 2 0,2-3 0,-6 4 0,3-3 0,-3 2 0,0-2 0,1-1 0,2 0 0,-2 0 0,2 0 0,1-4 0,-2 3 0,5-3 0,-3 4 0,0-4 0,2 3 0,-1-3 0,-1 4 0,2 0 0,-5 0 0,5 1 0,-6 2 0,3-2 0,-4 6 0,1-2 0,-1 3 0,0-1 0,0 1 0,1 0 0,-1 2 0,0-1 0,0 1 0,0-3 0,0 1 0,0 0 0,0 0 0,0 0 0,4-1 0,-3 1 0,2-1 0,-3 1 0,1 2 0,-1-2 0,0 2 0,0-2 0,0 0 0,4 2 0,-4-1 0,4 1 0,-1-3 0,-2 1 0,6-4 0,-2 2 0,2-2 0,-2 0 0,2 1 0,-2-1 0,3 0 0,-1 2 0,-2-2 0,2 3 0,-3 0 0,4 0 0,-4 2 0,3-2 0,-3 3 0,1-3 0,1 0 0,-1 0 0,2-3 0,1 2 0,0-5 0,4 4 0,-3-1 0,3 2 0,-4 0 0,0 4 0,-1 0 0,-2 3 0,-2 0 0,-3 0 0,0 0 0,0 0 0,1 0 0,-1 0 0,0 2 0,0 1 0,0 2 0,-2 4 0,2 0 0,-4 4 0,4-1 0,-4 1 0,2 0 0,0-1 0,-3-2 0,6 2 0,-3-6 0,0 2 0,2-3 0,-5 0 0,5 0 0,-2 1 0,2-1 0,0-3 0,0 3 0,0-2 0,4 3 0,4 0 0,1 0 0,8 2 0,-8-2 0,7 5 0,-7-1 0,8 2 0,-8 0 0,-1-5 0,-1 2 0,-5 0 0,1-3 0,-2 3 0,-1-4 0,0 0 0,0 0 0,1 0 0,2 1 0,-1 2 0,1-1 0,-2 1 0,2-2 0,-2-1 0,6 4 0,-6-3 0,6 3 0,-6 0 0,6-2 0,-5 1 0,1-2 0,1 0 0,-3-1 0,2 1 0,-3-1 0,1-2 0,2-1 0,-2-2 0,6 0 0,2 0 0,0 0 0,3 0 0,0 0 0,-3 0 0,3 0 0,0 0 0,-3 0 0,3 0 0,-7 0 0,1-3 0,-1-1 0,-1 1 0,3-3 0,-6 5 0,6-4 0,-6 4 0,2-4 0,1 2 0,-3-3 0,5 0 0,-1 0 0,3 0 0,-1-4 0,1 3 0,4-6 0,-3 6 0,8-7 0,-9 6 0,5-5 0,-6 3 0,1 0 0,4-3 0,-3 6 0,0-6 0,3 5 0,-9-4 0,9 4 0,-8-4 0,4 5 0,0-5 0,0 5 0,-1-5 0,1 5 0,0-3 0,-3 1 0,2 2 0,-6-2 0,3 4 0,-1-1 0,-2 1 0,3-1 0,-1 0 0,-2 1 0,2-1 0,-2 3 0,-1-1 0,0 1 0,0 0 0,0-2 0,0 5 0,0-5 0,0 5 0,0-5 0,1 4 0,-1-3 0,0 1 0,0-2 0,0-1 0,0 1 0,1-3 0,2 1 0,-1-2 0,5 3 0,-3-2 0,4 0 0,0-1 0,-1 3 0,-2 0 0,-2 0 0,1 3 0,-3 1 0,2 0 0,-3 1 0,0-1 0,0 2 0,0-2 0,1 1 0,2-1 0,-2 2 0,2 0 0,-2 0 0,-1 0 0,0 0 0,0 0 0,0 0 0,4 0 0,-3 0 0,5 0 0,-5 0 0,3 0 0,-1 0 0,-2 0 0,3 0 0,-4 0 0,0 0 0,0 0 0,0 0 0,0 0 0,0 0 0,0 0 0,0 0 0,0 0 0,0 2 0,0-1 0,0 1 0,1 0 0,-1-1 0,0 3 0,0-3 0,0 3 0,0-3 0,0 3 0,0-1 0,4 0 0,-3 2 0,6-2 0,-6 2 0,5 1 0,-5 0 0,3-1 0,-4 0 0,0 1 0,0-1 0,-2 0 0,-1 0 0,-2 0 0,0 0 0,0 0 0,0 0 0,0 0 0,0 1 0,0-1 0,0 0 0,0 0 0,0 0 0,0 3 0,0-2 0,0 3 0,0-4 0,0 0 0,0 0 0,0 0 0,0 0 0,0 0 0,0 0 0,0-1 0,-2-1 0,5-1 0,6-2 0,8 0 0,11 6 0,-8-1 0,3 1 0,-11 0 0,-2-5 0,-2 2 0,-3-3 0,0 0 0,0 0 0,1 0 0,2 2 0,1-1 0,4 2 0,-4-3 0,0 2 0,-1-1 0,-2 1 0,3 0 0,-4-1 0,0 1 0,-2 0 0,0-1 0,0 3 0,1-1 0,1 1 0,0 1 0,0 0 0,0 0 0,0 1 0,0-1 0,0 0 0,1 0 0,-1 0 0,0 0 0,3 1 0,-2-1 0,3 1 0,-4-1 0,3 0 0,-2 1 0,6 0 0,-6-1 0,6 1 0,-3 0 0,4 0 0,0 1 0,-4-1 0,3 0 0,-3-1 0,1 1 0,1 0 0,-5 0 0,6 0 0,-2 0 0,-1-1 0,3-1 0,-6 0 0,6 0 0,-3 2 0,4 0 0,-1 0 0,6 1 0,-5 0 0,9 0 0,-8 2 0,3-1 0,-4 1 0,-3 0 0,2-2 0,-6 2 0,6-3 0,-6-1 0,6 1 0,-6 0 0,2-1 0,-3 0 0,4 1 0,0 0 0,4 0 0,4 1 0,-3 2 0,8 0 0,-4 0 0,5 2 0,0-2 0,-1 2 0,-3-4 0,-2 0 0,-4-1 0,-1 0 0,-2 0 0,2 0 0,-7 0 0,4-3 0,-4-1 0,0-2 0,0 0 0,0 0 0,1 0 0,-1 0 0,0 0 0,0 0 0,0 0 0,0 0 0,4 0 0,-3 3 0,2-3 0,-3 2 0,0-2 0,4 0 0,0 0 0,0 0 0,3 0 0,-2 0 0,2 0 0,1 0 0,0 0 0,-4 0 0,3 0 0,-6 0 0,6 0 0,-3 0 0,4-2 0,-4-1 0,3-4 0,-3 1 0,4 0 0,0 0 0,-4 2 0,0-1 0,-4 2 0,0-2 0,0 2 0,0 1 0,0 0 0,-2-1 0,-1-5 0,-2 5 0,0-3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17T08:13:51.496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1 334 24575,'25'-26'0,"-10"11"0,16-11 0,-19 17 0,0 0 0,-1-1 0,-1 2 0,4-2 0,-5 1 0,6-1 0,-6 1 0,5-1 0,-4 2 0,1 0 0,-2 2 0,-1 2 0,1 1 0,2-1 0,-2 4 0,6-5 0,-6 3 0,5-3 0,-4 0 0,4 0 0,-5 1 0,3-1 0,-1-1 0,-1-1 0,4-3 0,2 0 0,0-1 0,3 0 0,0 3 0,-3 1 0,3 1 0,-4 1 0,-3 0 0,0 3 0,-4-2 0,1 2 0,2-3 0,-1 1 0,4-1 0,-2 2 0,4-1 0,-1 3 0,0-1 0,0 2 0,0 0 0,1 0 0,-4 0 0,-1 0 0,-2 0 0,2 0 0,1 0 0,4 0 0,-1 0 0,4 0 0,-3 0 0,3 2 0,-7-1 0,3 3 0,-6-1 0,2-1 0,-5 2 0,0-2 0,-2 0 0,1 1 0,-1-3 0,4 2 0,-2 0 0,3-1 0,-1 2 0,1 0 0,-1-1 0,-2 1 0,2 0 0,-4 0 0,4 1 0,-4 0 0,4 0 0,-2 0 0,6 3 0,-3-2 0,6 2 0,-6-1 0,5 2 0,-5 0 0,3 2 0,-1-1 0,-1-1 0,1 2 0,-2-2 0,-1 1 0,1-3 0,-1 2 0,4 0 0,-3-2 0,5 4 0,-5-5 0,3 3 0,-4-3 0,1 1 0,-1 0 0,-1-1 0,-2 0 0,-1-1 0,1-1 0,-1 1 0,2 0 0,-3-1 0,1 1 0,-1-1 0,1 0 0,-1 1 0,-1-1 0,1-1 0,-3 1 0,3-1 0,-1 0 0,0 1 0,1-3 0,-2 3 0,2-2 0,-3 2 0,3-3 0,-3 3 0,3-2 0,-2 2 0,2-1 0,-3 1 0,3-1 0,-2 0 0,2-1 0,-3 2 0,3-1 0,-3 1 0,3 1 0,-2-1 0,2-1 0,-1 1 0,1-1 0,-1 1 0,1 1 0,-1-1 0,1 0 0,1 1 0,-1-1 0,1 1 0,-1-1 0,0 0 0,1 1 0,2 0 0,-2 1 0,2 0 0,-3 0 0,1-1 0,-1-1 0,1 1 0,-1-1 0,0 0 0,1 1 0,-1-1 0,3 1 0,-2 2 0,4-1 0,-3 0 0,0-1 0,1 0 0,-2 2 0,2-2 0,0 2 0,0-2 0,3 2 0,2-1 0,1 4 0,4-1 0,-4-1 0,2 3 0,-4-5 0,1 1 0,-2 0 0,-3-1 0,-1 0 0,-1-1 0,-1-2 0,3 1 0,0-2 0,3 2 0,2 0 0,-2 1 0,6 1 0,-3 0 0,3 0 0,0 0 0,-2 0 0,-2 0 0,-5-2 0,0 1 0,0 0 0,-2-1 0,1 1 0,-1-2 0,-1 1 0,1-2 0,-1 2 0,0-2 0,3 1 0,-2 1 0,2-1 0,-3 0 0,0 1 0,3-2 0,-2 2 0,2-3 0,-3 1 0,1 1 0,-1-2 0,0 3 0,1-2 0,-1 2 0,1-1 0,1 0 0,-1 1 0,2-3 0,0 3 0,-2-2 0,4 3 0,-5-4 0,5 4 0,-1-4 0,1 4 0,4-1 0,-3 1 0,2 1 0,-2-3 0,-3 1 0,2 0 0,-4 0 0,2-1 0,-3 0 0,-1-1 0,1 0 0,-3 2 0,5-3 0,3 1 0,4-1 0,3 0 0,0 0 0,7 2 0,-5-1 0,2 1 0,-7 0 0,-1-2 0,-2 4 0,6-1 0,-3 2 0,3 0 0,-3-1 0,3 1 0,-3 0 0,3 0 0,1 0 0,-4 0 0,-1-1 0,-2-1 0,-1 1 0,4-4 0,-3 4 0,5-4 0,-1 4 0,2-3 0,-3 3 0,2-1 0,-1 1 0,-1-1 0,-1 1 0,-2-3 0,-1 1 0,1-2 0,2 0 0,-1 0 0,4 0 0,-2 0 0,3 0 0,4 0 0,-3 2 0,3-1 0,-6 1 0,1 0 0,-5-1 0,1 1 0,-5-2 0,-1 0 0,-1 0 0,0 0 0,3 0 0,-2 0 0,4 0 0,-4 0 0,4 0 0,-2-2 0,0 2 0,2-4 0,-4 3 0,2-2 0,-3 1 0,1-2 0,-1 3 0,1-5 0,-1 4 0,1-4 0,2 2 0,-2 1 0,4-2 0,-4 2 0,4-1 0,-4 0 0,1 0 0,-1 1 0,-1-1 0,0 1 0,1 0 0,2-1 0,-2 0 0,1 0 0,-1 1 0,-1 1 0,0-1 0,1 1 0,-1-1 0,1-1 0,-1 1 0,1-1 0,-1 1 0,1-3 0,-1 2 0,1-2 0,-1 3 0,1-1 0,1-1 0,-1 1 0,2-1 0,-3 2 0,1 1 0,-1-1 0,1 0 0,-1-1 0,0 1 0,1 1 0,-1-1 0,0 3 0,1-3 0,-1 2 0,1-2 0,-1 3 0,0-3 0,1 2 0,-1-2 0,1 3 0,-1-3 0,0 1 0,3 0 0,-2-1 0,4 1 0,-2 0 0,0-2 0,2 4 0,-4-3 0,2 2 0,-3 0 0,1 1 0,-1 0 0,1-2 0,-1 2 0,1-2 0,-1 2 0,0 0 0,1 0 0,-1 0 0,0 2 0,-1 2 0,1 2 0,-3 0 0,5 5 0,-3-4 0,3 4 0,-1-2 0,0-1 0,1 4 0,-3-3 0,2 2 0,-1-2 0,0-3 0,2 2 0,-2-2 0,1 1 0,0 0 0,0-3 0,0 4 0,0-4 0,-2 2 0,1 0 0,-1-2 0,2 1 0,-1-1 0,-1-1 0,1 1 0,-1-1 0,2 0 0,-3 1 0,2-1 0,-1 1 0,0-1 0,2 3 0,-2-2 0,0 1 0,1-1 0,-1-1 0,0 1 0,1-1 0,-3 0 0,3 1 0,-1-1 0,0 1 0,1-1 0,-1 0 0,0 1 0,1-1 0,-1 1 0,1-1 0,1 0 0,-1 3 0,1-2 0,0 2 0,-1-3 0,0 1 0,1-1 0,-1 0 0,1 1 0,-1-1 0,0 1 0,3-1 0,-2 1 0,2 0 0,-1 1 0,-1-1 0,2 2 0,-3-3 0,1 1 0,-1-1 0,1 1 0,-1-1 0,1-1 0,1 1 0,-1-1 0,4 2 0,-4-2 0,4 2 0,-4-2 0,4 0 0,-4 1 0,2-2 0,-3 2 0,3-1 0,-2 0 0,1 1 0,-1-2 0,1 2 0,2 0 0,1 1 0,-2 0 0,2 0 0,-4-2 0,2 1 0,-3-1 0,1 0 0,-1-1 0,0 1 0,1-2 0,-1 3 0,0-2 0,1 2 0,-1-3 0,0 3 0,1-2 0,-1 0 0,1 1 0,-1-2 0,1 3 0,-1-3 0,0 2 0,1-2 0,-1 1 0,1 0 0,-1 0 0,0-1 0,3 0 0,0 2 0,3-1 0,-1 1 0,4-2 0,0 0 0,3 0 0,-3 1 0,3 0 0,-6 1 0,3-2 0,-4 0 0,-2 0 0,0 0 0,-3 0 0,3 0 0,-2 0 0,4 0 0,-2 0 0,6 0 0,0 0 0,3 0 0,-3-4 0,3 1 0,-6-2 0,2 1 0,-2 2 0,-3-2 0,2 0 0,-4 0 0,4 0 0,-4 1 0,4-2 0,1 1 0,0-2 0,3 1 0,-4-3 0,1 3 0,-1-1 0,1 2 0,-3 0 0,0 0 0,-3 0 0,0 1 0,1-1 0,-1 1 0,1 0 0,-1-1 0,0 1 0,3-3 0,-2 2 0,4-2 0,-2 2 0,1-2 0,-1 1 0,0-3 0,-2 2 0,4 0 0,-3-3 0,3 3 0,-1-6 0,2 5 0,0-4 0,-3 4 0,2-1 0,-3 1 0,1-1 0,-3 4 0,1-1 0,-1 1 0,1 1 0,0-3 0,-1 2 0,1-4 0,0 4 0,0-4 0,-1 4 0,1-2 0,0 3 0,-1 0 0,-1-3 0,1 2 0,-1-2 0,2 0 0,-1 2 0,1-4 0,0 4 0,0-4 0,-1 4 0,1-4 0,0 4 0,0-1 0,-1 1 0,-1 1 0,1-1 0,-3 1 0,4-3 0,-2 2 0,2-4 0,0 2 0,0-3 0,0 1 0,0 2 0,0-2 0,0 4 0,-1-2 0,1 0 0,-2 2 0,2-4 0,-2 2 0,3-3 0,-1 1 0,0-1 0,2 1 0,-1-1 0,3 1 0,-4-1 0,2 3 0,-2 0 0,0 0 0,-1 2 0,1-1 0,-1 1 0,1 1 0,-2-1 0,1 1 0,-1-3 0,2 2 0,-1-2 0,1 3 0,-1 0 0,1-3 0,-1 2 0,0-2 0,0 3 0,-1-1 0,1 1 0,1-3 0,0 0 0,0-3 0,0 1 0,2-1 0,-1 3 0,1-2 0,-1 2 0,0-1 0,1-1 0,-1 2 0,2-1 0,1-1 0,1 2 0,2-3 0,-1 0 0,4-1 0,-4-2 0,5 4 0,-5-3 0,1 4 0,-2 0 0,-1-1 0,1 3 0,-3-1 0,2 2 0,-2 0 0,0 0 0,2-2 0,-2 2 0,3-2 0,-1 1 0,1 1 0,-1 0 0,1-2 0,-1 3 0,1-3 0,-1 4 0,4-3 0,-3 1 0,2 1 0,-2-1 0,-1 2 0,1 0 0,-1-2 0,4 3 0,-3 0 0,2-1 0,1 1 0,0-1 0,3 2 0,1 0 0,-1 0 0,4 0 0,-3 0 0,3 0 0,-4 0 0,4 0 0,-3 0 0,3 0 0,-4 0 0,-3 0 0,3 0 0,-6 0 0,6 0 0,-6 2 0,5 1 0,-5 1 0,3 1 0,-4-1 0,1 0 0,-1 0 0,-1 0 0,1 0 0,-4 0 0,3 2 0,-2 0 0,3 3 0,-2-1 0,1 1 0,1-1 0,-2 0 0,1-1 0,1 1 0,-4-4 0,4 2 0,-4-3 0,3 1 0,-3 0 0,4 0 0,-4-1 0,4 2 0,-4-2 0,2 1 0,0 0 0,-3-1 0,3 1 0,-2-1 0,-1 1 0,0-1 0,3 1 0,0 2 0,1-2 0,0 4 0,0-4 0,1 4 0,-1-1 0,1-1 0,-2 2 0,3-1 0,-3 1 0,0-1 0,-2-2 0,-1-1 0,1-1 0,-1 1 0,1-1 0,0-1 0,6 7 0,1-2 0,3 8 0,0-4 0,-3 4 0,1-7 0,-3 3 0,-3-7 0,0 2 0,-3-3 0,1 1 0,-1-1 0,1 0 0,-1 1 0,0-1 0,1 1 0,-1-1 0,1 1 0,-1-1 0,0 0 0,1 1 0,-2-1 0,1-1 0,-3 1 0,3-2 0,-2 2 0,2-2 0,-2 3 0,3-1 0,-1 0 0,0 1 0,1-1 0,-1 0 0,1 1 0,-1-1 0,-1 1 0,1-1 0,-3 1 0,3-1 0,-2 0 0,2-1 0,-3 1 0,3-1 0,-1 0 0,1 0 0,-1-1 0,1 1 0,-1 1 0,2 1 0,-1-1 0,0 1 0,1-2 0,-2 1 0,1-2 0,-1 3 0,1-2 0,-2 0 0,2-1 0,-1 0 0,0 1 0,1-2 0,-1 2 0,0-1 0,1 0 0,-1 0 0,-1 1 0,3-2 0,-4 3 0,3-3 0,-2 1 0,2 1 0,0-2 0,-1 3 0,1-3 0,-1 2 0,1-2 0,-2 1 0,2 0 0,-2 1 0,2 0 0,0 0 0,-1 0 0,0-2 0,0 2 0,0-1 0,1 0 0,-2 2 0,2-3 0,-2 2 0,3-1 0,-2 1 0,1 0 0,-1-1 0,1-1 0,1 0 0,-1 2 0,0-2 0,1 1 0,-1-1 0,1 2 0,-1-2 0,0 2 0,3-2 0,-2 0 0,2 0 0,-1 2 0,2-2 0,1 2 0,1-2 0,-1 0 0,1 0 0,-1 0 0,3 0 0,-1 0 0,1 0 0,-2 0 0,-1 0 0,1 0 0,-1 0 0,1 0 0,-3 0 0,2 0 0,-2 0 0,0 0 0,2 0 0,-2 0 0,1 0 0,0-2 0,0 0 0,1-2 0,1-1 0,-1 1 0,1 0 0,-3 0 0,2 0 0,-2 0 0,2-1 0,1 1 0,-1 0 0,4-3 0,-5 3 0,4-5 0,-5 4 0,2-1 0,1 0 0,-1 1 0,-1-3 0,1 4 0,-1-4 0,1 3 0,1-3 0,-3 1 0,2 0 0,-1-1 0,-1 4 0,2-4 0,-4 4 0,2-2 0,-3 3 0,0-1 0,3-1 0,-2 1 0,2-4 0,0 1 0,0-1 0,1-1 0,1 3 0,-3-2 0,3 1 0,-4 1 0,2-2 0,0 3 0,-2 0 0,2 1 0,-2-2 0,-1 2 0,3-2 0,-2 2 0,2-2 0,-2 2 0,-1-1 0,1 1 0,1-1 0,0-2 0,3 1 0,-4-2 0,4 1 0,-3-2 0,3 3 0,-1-2 0,-1 1 0,2 0 0,-3-1 0,3 4 0,-4-2 0,2 2 0,0 0 0,-2 1 0,1-1 0,-1 0 0,0-1 0,1 0 0,2-3 0,-1 4 0,2-2 0,-2 0 0,0 2 0,0-2 0,0 2 0,-2 2 0,1-1 0,-1 2 0,-1 0 0,1 1 0,-1 0 0,0-2 0,0 2 0,1-3 0,-1 2 0,1 0 0,1-1 0,-1 1 0,2-2 0,0 3 0,-2-2 0,4 0 0,-2 0 0,2-2 0,4-1 0,0 0 0,7-3 0,-3 2 0,3-2 0,-4 3 0,0 0 0,-2 0 0,-4 3 0,-1 0 0,-4 0 0,1 2 0,-1-2 0,-1 2 0,0 0 0,1 0 0,-1 0 0,0 0 0,0 0 0,0 0 0,1 0 0,-1 0 0,1 0 0,-1 0 0,0 0 0,1 0 0,2 0 0,-3 0 0,5 0 0,-4 0 0,4 0 0,-4 0 0,2 2 0,-3-2 0,3 2 0,-2-1 0,2 0 0,-3 0 0,0 1 0,1 0 0,-1-1 0,1 2 0,1 0 0,-1-1 0,4 1 0,-4-1 0,4 1 0,-4 0 0,2-3 0,-3 2 0,1-1 0,-1 1 0,0 1 0,1 1 0,-1-1 0,3 1 0,-2 0 0,2 2 0,0-2 0,-2 4 0,4-3 0,-3 0 0,0-1 0,-1 0 0,-1-1 0,1 0 0,-1 1 0,0-1 0,1 1 0,-2-1 0,1 0 0,-1 1 0,1 1 0,-1-1 0,2 4 0,-1-1 0,-1-1 0,2 2 0,-4-4 0,3 1 0,-2-1 0,0-1 0,1 1 0,-2-1 0,3 0 0,-2 3 0,2-2 0,-1 2 0,-1-1 0,3-1 0,-4 2 0,3-3 0,-3 1 0,3-1 0,-1 1 0,0-1 0,1-1 0,-2 1 0,2-1 0,-2 0 0,3 1 0,-1-1 0,1 0 0,-1 1 0,1-3 0,-1 3 0,0-1 0,1 0 0,-2 1 0,1-3 0,-1 2 0,1-1 0,0 0 0,-1 2 0,1-3 0,-1 3 0,2-2 0,-1 0 0,0-1 0,1 0 0,-1 0 0,1 0 0,-1 0 0,1 0 0,-1 0 0,0 0 0,1 0 0,-1 0 0,1 0 0,-1 0 0,0 0 0,3 0 0,-2 0 0,4 0 0,-2 0 0,0-2 0,0 1 0,0-3 0,-2 0 0,4 0 0,-4 0 0,4 0 0,-2 0 0,2-2 0,1 2 0,-1-5 0,1 3 0,-1-3 0,1 1 0,-1-1 0,1-2 0,3 1 0,-4-2 0,6 2 0,-7 1 0,6-3 0,-5 3 0,1-3 0,0 4 0,0-4 0,0 3 0,0-3 0,0 4 0,-3-1 0,2 3 0,-3-2 0,3 1 0,-4 1 0,2-2 0,0 2 0,-2-1 0,4-1 0,-4 4 0,2-4 0,0 4 0,-1-4 0,3 3 0,-4-1 0,4 2 0,-4 1 0,2-1 0,-3 0 0,0 2 0,1-1 0,-1 1 0,1-1 0,-1 1 0,0-1 0,1 3 0,-1-1 0,-1-1 0,1 2 0,-1-2 0,3 2 0,2-2 0,1 2 0,0-2 0,1 2 0,-1 0 0,-1-2 0,1 2 0,-4-2 0,3 2 0,0 0 0,2 0 0,7 0 0,-2 0 0,13 3 0,-6 1 0,22 5 0,-16-2 0,8 1 0,-16 0 0,-4 0 0,-3 1 0,3 1 0,-6-1 0,5 1 0,-4-2 0,4 2 0,2 0 0,8 5 0,-3-5 0,11 5 0,-11-8 0,3 2 0,-1-4 0,-7 1 0,0-1 0,-4-1 0,-6 0 0,2 0 0,-4-2 0,1 2 0,-1-2 0,-1-1 0,1 2 0,-1-1 0,0 2 0,1-1 0,-1 1 0,-1 1 0,1-1 0,-1 4 0,2-4 0,0 2 0,-1-3 0,-1 1 0,1-1 0,-1 0 0,1 1 0,3 0 0,-2-1 0,4 3 0,-2-2 0,0 2 0,2-2 0,-4 0 0,2 0 0,0 1 0,-3-1 0,3 2 0,-2 0 0,2 0 0,-2 0 0,4 2 0,-2-2 0,1 3 0,-1-3 0,-2 2 0,1-2 0,0 0 0,0 0 0,-1-3 0,-1 1 0,1-1 0,-1 1 0,0-3 0,1 1 0,-1-1 0,1 1 0,-1 0 0,0 1 0,3 0 0,-2 0 0,4 1 0,-4 0 0,2-1 0,-1 1 0,-1 0 0,2-1 0,-3-1 0,1 1 0,-1-1 0,1 0 0,-1 1 0,-1-1 0,1 0 0,-3 1 0,3-1 0,-1 1 0,2 1 0,-1-1 0,1 1 0,1-1 0,-1 1 0,2 0 0,-1-1 0,-1 1 0,2 0 0,-2-1 0,-1 1 0,-1-1 0,1 0 0,-1 1 0,1-3 0,0 2 0,1-2 0,-1 2 0,0-1 0,1 1 0,-1-1 0,1 1 0,-1-3 0,-1 3 0,1-2 0,-3 2 0,3-3 0,-1 2 0,1-1 0,1 0 0,-1 2 0,3-1 0,-2 0 0,1 1 0,1-1 0,-2 0 0,2 2 0,-3-4 0,1 2 0,-1-2 0,0 1 0,1 0 0,-1 0 0,1 1 0,-1-2 0,0 2 0,1-1 0,-1-1 0,1 2 0,-2-1 0,1 0 0,-2 2 0,3-3 0,-1 3 0,1-2 0,-1 2 0,1-3 0,1 3 0,-1-1 0,4 3 0,-2-3 0,1 1 0,0-1 0,0 2 0,1-2 0,-2 2 0,2-2 0,-1 2 0,1 0 0,3 1 0,-1-1 0,4 1 0,-5-1 0,3 1 0,-1-1 0,-1 1 0,1-1 0,-2 1 0,-1-1 0,0 0 0,4 1 0,-3-1 0,3 1 0,-4-1 0,1 0 0,-1 0 0,1 0 0,-1 1 0,1-1 0,-1 0 0,0 0 0,4 1 0,-3-3 0,6 3 0,-3-2 0,3 2 0,0 0 0,-2-2 0,-2 1 0,0-2 0,-4 1 0,4-1 0,-7-2 0,2 0 0,-3 0 0,1 0 0,1 0 0,-1 0 0,2 0 0,0 0 0,-2 0 0,4 0 0,-2 0 0,2-2 0,4 0 0,-3-5 0,3 0 0,-1-2 0,-2 0 0,3 0 0,-6 3 0,2-2 0,-4 2 0,2-3 0,-1 0 0,-1 1 0,0-1 0,1-2 0,-1 2 0,-1-3 0,-2 4 0,1-1 0,-1 1 0,2 1 0,-2-1 0,2 2 0,-1-2 0,1-4 0,0 3 0,0-3 0,1 1 0,-1 1 0,1-1 0,-4 5 0,4 0 0,-4 0 0,2 2 0,-2-1 0,1 2 0,-1-1 0,2 1 0,-1 1 0,0 0 0,2 1 0,-3-2 0,3 3 0,-1-3 0,1 1 0,0 0 0,1-1 0,-1 1 0,0 0 0,3 1 0,-2 1 0,4 0 0,-4 0 0,2 0 0,-3 0 0,1 0 0,-1 0 0,0 0 0,1 0 0,-1 0 0,0 0 0,0 0 0,1 0 0,-1 0 0,0 0 0,1 0 0,-3 1 0,2-1 0,-1 2 0,0-1 0,1 0 0,-1 2 0,1-3 0,0 3 0,0-2 0,-1 2 0,1-1 0,-1 0 0,2-1 0,-1 1 0,0-2 0,0 3 0,0-3 0,-1 3 0,1-3 0,-3 3 0,3-3 0,-2 3 0,2-3 0,-2 1 0,1 1 0,1-2 0,-3 3 0,3-2 0,-1 0 0,0 1 0,1-2 0,-1 3 0,1-1 0,0 1 0,-1 0 0,1-2 0,-3 2 0,3-1 0,-1 2 0,0-1 0,1-1 0,-1 1 0,1-2 0,-1 2 0,1-3 0,-1 1 0,0 1 0,0-2 0,0 3 0,1-2 0,0 0 0,-1 0 0,-1 1 0,1-1 0,6 3 0,0-2 0,3 5 0,-2-3 0,-2 4 0,-1-4 0,1 1 0,-3-1 0,2-1 0,0 1 0,-2 0 0,4 0 0,-4-1 0,4 0 0,-4 0 0,1-2 0,-1 1 0,-1 1 0,0-2 0,3 2 0,-2-2 0,4 2 0,-4-1 0,4 2 0,-2 0 0,6 1 0,-3-1 0,2 1 0,-4 1 0,1-1 0,-4 0 0,2-1 0,-3 0 0,1-3 0,-1 3 0,0-4 0,1 3 0,-1-3 0,0 2 0,1-1 0,-1 0 0,1 2 0,-1-3 0,0 2 0,1-2 0,-1 0 0,0 0 0,1 0 0,-1 0 0,0 0 0,0 0 0,0 0 0,0 0 0,0 0 0,0 0 0,0 0 0,3 0 0,0 0 0,1 0 0,0 0 0,0 0 0,1 0 0,-2 0 0,2 0 0,-1 0 0,-1 0 0,2 0 0,-2 0 0,2 0 0,4 0 0,-3 0 0,3 0 0,-4 0 0,1 0 0,-3 0 0,-1 1 0,1 0 0,-2 0 0,2-1 0,-3 0 0,1 0 0,-1 0 0,0 0 0,1 0 0,-1 2 0,3-2 0,-2 1 0,4 1 0,-4-1 0,4 3 0,-4-4 0,1 3 0,1-2 0,-2 0 0,2 1 0,-1-2 0,2 2 0,1-2 0,0 0 0,1 2 0,2-2 0,-1 2 0,1-2 0,-2 2 0,-1-2 0,1 2 0,-1 0 0,1-2 0,2 2 0,1-2 0,3 0 0,4 0 0,-3 0 0,3 3 0,0-3 0,-5 2 0,4-2 0,-9 0 0,2 0 0,-4 0 0,-2 0 0,1 0 0,0 0 0,0 0 0,2 0 0,2 0 0,2 0 0,0 0 0,2 0 0,-1-2 0,-1 0 0,2-3 0,-4 0 0,1 1 0,-2 0 0,-3 0 0,2-1 0,-2 0 0,2-2 0,1-2 0,2 0 0,-1 1 0,4-2 0,-2 0 0,0 1 0,0 1 0,1 0 0,-3 4 0,1-4 0,-6 5 0,-1-3 0,-2 4 0,1-1 0,-3-1 0,3 1 0,-2-3 0,2 2 0,-1-1 0,0-1 0,1 2 0,-1-2 0,1 0 0,1 2 0,-2-1 0,2-1 0,-2 2 0,2-4 0,-1 4 0,-1-2 0,2 1 0,-4 1 0,4-1 0,-4 2 0,2 1 0,-1-1 0,-1 0 0,2-1 0,-1 1 0,0-1 0,2 1 0,-3-3 0,3 2 0,-2-1 0,0 1 0,1 1 0,-1-1 0,1 1 0,1 0 0,-3-1 0,4 1 0,-3-1 0,1 1 0,2-3 0,-2 2 0,1-2 0,1 5 0,-1-3 0,1 3 0,-1-3 0,0 1 0,0 0 0,0 0 0,1-1 0,-1 2 0,1-1 0,-1 1 0,1-1 0,-1 1 0,0-1 0,1 1 0,-1 0 0,1-1 0,-1 2 0,0-1 0,1 0 0,-3-2 0,2 1 0,-1 1 0,2-1 0,-1 3 0,-1-4 0,1 4 0,-3-3 0,3 3 0,-1-2 0,0 1 0,1 0 0,-1-2 0,1 3 0,0-2 0,1 1 0,-1 0 0,1 0 0,-1 1 0,1-2 0,-1 2 0,3-2 0,-2 2 0,4 0 0,-2 0 0,2 0 0,4-2 0,0 1 0,3-1 0,4 2 0,-3 0 0,3 0 0,-4 0 0,1 0 0,-4 0 0,2 0 0,-5 0 0,3 0 0,-4 0 0,1 0 0,2 2 0,2 1 0,2 2 0,4 1 0,1-1 0,3 1 0,-3 0 0,3-1 0,-7 1 0,0-1 0,-5-3 0,-2 2 0,-3-3 0,0 2 0,-1-3 0,2 4 0,1-4 0,3 4 0,-1-1 0,4 2 0,-5-1 0,6-1 0,-8 0 0,4-1 0,-5 0 0,0 0 0,0-2 0,-3 2 0,1-2 0,-1 2 0,0-2 0,3 2 0,-2-2 0,4 4 0,-4-4 0,4 4 0,-4-4 0,2 4 0,-3-4 0,0 3 0,1-2 0,-1 2 0,3-1 0,3 2 0,7 1 0,0 0 0,7 1 0,-3 0 0,3 0 0,1-1 0,-4 1 0,-1-1 0,-7 0 0,-1 0 0,-2-1 0,-3 0 0,2 0 0,1 0 0,1 5 0,7 7 0,2 6 0,2 5 0,5 0 0,-5 0 0,2 0 0,-7-6 0,-2 0 0,-4-9 0,-3-3 0,-2-3 0,-1-3 0,-1 1 0,1-1 0,-1-1 0,3 1 0,0 0 0,2 1 0,1 0 0,-1 0 0,-1 0 0,0 0 0,-3 0 0,2 0 0,-3-3 0,-1 2 0,0-1 0,0-1 0,3 1 0,2-2 0,1 0 0,-2 1 0,1 1 0,-3 0 0,1 0 0,-1-2 0,-1 0 0,0 0 0,1 0 0,-1 0 0,3 0 0,-2 0 0,4 0 0,-4 0 0,1 0 0,-1 0 0,-1 0 0,1 0 0,1 0 0,2-4 0,1 1 0,4-6 0,0 2 0,7-4 0,-3 0 0,6 2 0,-5 0 0,-1 5 0,-2-3 0,-7 5 0,2-2 0,-4 2 0,-1-1 0,2 1 0,-4-1 0,1-1 0,-1 1 0,-1-1 0,2 1 0,-1 0 0,0-1 0,1 1 0,-3 0 0,3-3 0,-2 0 0,3-3 0,-2 1 0,2-1 0,0 3 0,0-2 0,0 2 0,0-1 0,0 2 0,-1 1 0,1 1 0,-3-1 0,2 1 0,-2-3 0,0 2 0,-1-1 0,2-1 0,-2 2 0,2-2 0,-2 3 0,0-1 0,0 1 0,0-1 0,0-1 0,0 1 0,0-4 0,2 2 0,-2-3 0,2 0 0,0 1 0,-1 2 0,1 0 0,-2 2 0,1 1 0,-1 0 0,2-1 0,-2 1 0,2 1 0,-2-4 0,3 4 0,-3-4 0,3 3 0,-2-1 0,0 1 0,1-1 0,-2 1 0,2 0 0,-1 1 0,0-1 0,2 1 0,-2-1 0,1-1 0,1 2 0,-1-1 0,2 1 0,-2-1 0,1 1 0,-2 1 0,2 1 0,0 0 0,0 0 0,0 0 0,-1 0 0,1 0 0,0 0 0,-2-2 0,2 2 0,-2-1 0,2 1 0,-1-2 0,-1 1 0,0-1 0,0 0 0,1 2 0,0-2 0,1 2 0,-2-2 0,2 1 0,-1-2 0,0 2 0,1-1 0,-1 0 0,1-1 0,0 1 0,1-2 0,-2 1 0,1-1 0,-1 1 0,1 0 0,0-1 0,1 1 0,0-3 0,1 2 0,0-2 0,3 0 0,-4 2 0,1-2 0,-1 3 0,-1-3 0,3 1 0,-1 0 0,0 1 0,-1-2 0,2 2 0,0-4 0,1 1 0,1 0 0,-3-1 0,3 4 0,-4-2 0,2 2 0,-3 1 0,0-1 0,1 1 0,2-1 0,-3 0 0,3 0 0,0 1 0,-2-1 0,4-2 0,-2 2 0,0-2 0,2 0 0,-2 1 0,3-1 0,-1 0 0,4-1 0,-3-2 0,5-1 0,-1 1 0,3-5 0,3 2 0,-5-1 0,5 3 0,-10 3 0,2-2 0,-2 6 0,-3-2 0,0 3 0,-3 0 0,0 1 0,1 1 0,-1 0 0,0-2 0,1 2 0,-1-2 0,1 2 0,-1 0 0,0 0 0,1 0 0,-1 0 0,1 0 0,-1 0 0,0 0 0,3 0 0,-2 0 0,4 2 0,-2 0 0,0 2 0,2 0 0,-1 0 0,-1 0 0,2 2 0,-4 0 0,4 3 0,-3-1 0,1 1 0,1 2 0,-2-2 0,1 3 0,-1-4 0,-1 1 0,0-3 0,0 2 0,-1-4 0,1 2 0,0-3 0,-1 0 0,0 1 0,1 1 0,0-1 0,-1 2 0,1 0 0,0-2 0,0 4 0,0-2 0,0 0 0,0 2 0,-1-4 0,1 2 0,0-1 0,-1-1 0,-1 2 0,1-3 0,0 3 0,-1-2 0,1 2 0,-3-1 0,3-1 0,0 4 0,1-2 0,-1 1 0,2 1 0,-2-2 0,1 0 0,2 2 0,-2-4 0,2 4 0,0-2 0,1 1 0,-1 1 0,2-4 0,-3 4 0,3-1 0,-4-1 0,4 2 0,-2-4 0,1 2 0,-2-2 0,1 0 0,-2-1 0,4 1 0,-4 0 0,4 0 0,-2-2 0,5 2 0,-1-3 0,1 3 0,-2-4 0,-1 4 0,-2-3 0,0 0 0,0-1 0,-2 0 0,1 0 0,-1 0 0,1 0 0,2 0 0,4 0 0,1 0 0,4 0 0,-1 0 0,-3 0 0,2-2 0,-1-1 0,-1-1 0,-1-1 0,-2 1 0,-3 0 0,2 0 0,-2-2 0,3 1 0,-1-3 0,1 1 0,-1 1 0,1-2 0,2 0 0,-2 0 0,3-2 0,-4 4 0,1-5 0,0 3 0,0-3 0,0 2 0,-1 1 0,2-4 0,-4 3 0,3-3 0,-2 1 0,2 2 0,0-3 0,0 1 0,-2 1 0,2-1 0,-2-1 0,5 2 0,-1-4 0,1 1 0,-2-3 0,0 4 0,0-2 0,-2 4 0,2-4 0,-1 5 0,0-3 0,-2 4 0,1-1 0,-2 1 0,1-1 0,1 0 0,-2 3 0,1-2 0,1 3 0,-4-1 0,4 0 0,-4 4 0,2-4 0,0 4 0,-3-1 0,5-2 0,-4 2 0,4 1 0,-4-2 0,4 2 0,-4-1 0,2 0 0,-3 0 0,1 3 0,-1-2 0,0 2 0,1-1 0,-1 0 0,1 0 0,-1 1 0,1 0 0,0 0 0,5 0 0,-2 0 0,8 0 0,-6 0 0,3 0 0,-4 0 0,0 0 0,1 0 0,-3 0 0,2 0 0,-2 0 0,3 0 0,-1 0 0,1 0 0,-1 0 0,1 0 0,-1 0 0,1 2 0,-1-2 0,1 4 0,-3-2 0,2 0 0,-4 1 0,1-2 0,1 0 0,-2 1 0,2-2 0,-3 2 0,1-1 0,1-1 0,-1 3 0,2-2 0,0 2 0,-2-1 0,3 1 0,-3 0 0,4-1 0,-1 0 0,1 2 0,1-4 0,2 4 0,-2-1 0,6 2 0,-6-1 0,2 0 0,-2 1 0,-1-1 0,1 0 0,-1 0 0,1 1 0,-1-1 0,1 0 0,-1 0 0,1 0 0,-1 2 0,1-1 0,2 2 0,-2-1 0,6-1 0,-3 4 0,0-2 0,3 3 0,-6-3 0,5 3 0,-4-6 0,4 6 0,-5-5 0,3 2 0,-4-1 0,-1-2 0,0 4 0,0-4 0,-1 4 0,2-3 0,-3 3 0,1-1 0,-2-1 0,0 2 0,2-4 0,-2 4 0,3-1 0,-4-1 0,1 0 0,0-1 0,2 0 0,-2 0 0,2-1 0,-3-1 0,1-1 0,-1 0 0,0-2 0,0 0 0,1 0 0,-1 0 0,1 0 0,1-2 0,2-2 0,1-1 0,3-4 0,-1 4 0,4-4 0,-5 2 0,6-3 0,-3 1 0,0-1 0,3 0 0,-6 2 0,7-6 0,-4 4 0,5-7 0,4 2 0,-3 0 0,7-7 0,-8 10 0,4-9 0,0 5 0,-6 3 0,5-5 0,-12 10 0,4-4 0,-6 8 0,0-2 0,0 4 0,-3-1 0,1 2 0,-1 0 0,0 1 0,1 0 0,-1 0 0,0 0 0,3 0 0,-2 0 0,4 0 0,-2 2 0,0 0 0,2 2 0,-2 0 0,1 0 0,1 0 0,-4 1 0,4 2 0,-3 2 0,3-1 0,-2 0 0,1 1 0,1 2 0,-3-1 0,3 4 0,-1-2 0,-2 1 0,2-2 0,-3-2 0,0-1 0,0 0 0,0-1 0,0-2 0,-2-1 0,1-1 0,-1 1 0,1-1 0,1 0 0,-3 1 0,2-1 0,0 3 0,0-2 0,1 2 0,2-3 0,0 1 0,0 0 0,0 0 0,-1 0 0,-1-1 0,2 1 0,0 0 0,-2-1 0,1 1 0,5 3 0,-3-2 0,3 5 0,-2-3 0,-1 1 0,1 1 0,-1-3 0,1 2 0,-4-4 0,1 1 0,-1-1 0,-1-1 0,0-1 0,1 0 0,2-2 0,-3 0 0,3 0 0,0 0 0,0 0 0,0 0 0,2 0 0,-4 0 0,4 0 0,-4 0 0,2 0 0,-3 0 0,1 0 0,-1 0 0,0 0 0,1 0 0,-3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A0CC4D-188B-468F-97AC-03344EB992CB}" type="datetimeFigureOut">
              <a:rPr lang="en-GB" smtClean="0"/>
              <a:t>02/09/2024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7E058-16D0-4B56-991E-870E1B8E0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4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B93AC-8E3D-A509-5909-64DB73E28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3C277-5D22-DFFF-82FB-C0F0F739F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4640E-BA77-156D-7713-4E2B390B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D115A-AB78-4497-B672-594DB71DAA26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4ED72-A121-741D-7B24-077896FE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067FF-EA56-A1D0-7433-7EF20A06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6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240B2-570B-1436-AFF5-6C9C58959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DA815-37AB-E7DC-F69A-ABB5E95E3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7969B-10E9-4B71-E3B2-56D811365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36B85-DD28-1505-42CE-C41037A4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3DD93-C607-1167-55C9-36C95344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825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54BB7-BBE8-23BD-5F59-5ED58DC8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9ABF9-0F49-1DAF-8D64-BD8BA2BB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6215B-58FB-5470-4BA0-4D5CDD08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A81CB-FDEF-4B7C-82F2-ACDD585A3A49}" type="datetime1">
              <a:rPr lang="en-US" smtClean="0"/>
              <a:t>9/2/24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B136C-7242-EF77-5ADA-D5CA02DE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B8AE3-D862-4253-8891-9C4BE2705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597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6AC8-E83F-BAFE-BCCA-BD24F551D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11E82-8976-3D2B-55AD-2A780436E4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68A78-F6AD-520D-35B0-343340D17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12A559-885B-075D-7ED4-540C6413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1E2B8-9165-9822-205E-29373C38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59F19-2F31-07EC-398D-01B2FFABE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1876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DAB4-8190-4909-A3F1-F504D4E0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6B715-2113-BCBD-D8C4-B91103DBC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CE263-EAB6-0DEB-6BA6-B1D2ACC73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0B363-36B7-6EFE-1BA7-231D1F6A9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A0C56F-6D7C-DC30-6B92-31E1F5C04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6935F4-CB5F-E37A-DDE1-1A0C37150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DBDF3-1502-3D20-FC89-FA37F25B0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1CD26-6A7F-C589-8CEF-99BF9EE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503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15C2-C63D-D1CD-0BB0-B8CE5545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733E5-97E4-B660-64FE-D992AFFF7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177F-71EA-4F66-9826-386FE91010FD}" type="datetime1">
              <a:rPr lang="en-US" smtClean="0"/>
              <a:t>9/2/24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23D71-56DB-465C-FACB-91E8438A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5000B-379F-83A2-0D73-667D524A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7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BF238D-C9A9-D676-8DE2-E143BD9E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74C9F-D57F-4197-B6F5-0CC7D75A7D07}" type="datetime1">
              <a:rPr lang="en-US" smtClean="0"/>
              <a:t>9/2/24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696AA9-95ED-AA97-AD6C-93DD64B2F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1B80F-F2EF-425F-BB80-1A56ADA70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15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6251D-2CDC-73D0-A7C5-E8EC138A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03706-D0D2-E339-2CF3-7D914B4AA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AFF18-0B22-4DF0-73FF-7626EDD38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E855B-2481-202E-ADBB-732A6CAF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46D7-181C-6668-CEB0-CD300F93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8156A-FE75-DDED-5505-222C451B1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97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51D1-1C29-3556-B2BE-B095BE48A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5C62C-3D45-4860-0FC3-8927B0D29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FB3D04-6FA3-5AA6-FE4F-3A587B542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D9D06-2FDD-C173-A2D2-D45BF698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F1A7F-8214-7F1B-F779-88E66776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122DB-7E3C-D626-06CC-738C2EE1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7807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168D-98F4-5957-5F2E-0199CFE3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F3229-F5C0-78D5-D941-4CD1886AA9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2D6C-DDEB-23C2-C112-08E66B5D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466045-6EF5-1AA4-C21F-478CB7CF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6F591-757A-610D-4C46-BC747277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6107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EDB9C8-661E-EA1F-CFA4-3B74C2FE0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6C6D7E-9B1A-87E1-19FF-A2A5C4635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B4045-C3BD-58DD-BA8D-DCF32BC01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8371A-6638-67A4-B477-625621023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7809F-E399-E61A-BBB2-F677B5468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034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0D05C7-39DD-D97D-474A-2344AE8D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0A264-D74E-F56A-CAAF-B1F7D19AB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F14B9-7B69-FF05-9457-DD21045D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EE723-D43D-4E43-BE1F-91E7DD19DFDB}" type="datetime1">
              <a:rPr lang="en-US" smtClean="0"/>
              <a:t>9/2/24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D1F86-BF63-F47F-135B-6EFA1E5F3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5D02A-730D-3C9B-D172-094CB7CB2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2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29" r:id="rId1"/>
    <p:sldLayoutId id="2147484630" r:id="rId2"/>
    <p:sldLayoutId id="2147484631" r:id="rId3"/>
    <p:sldLayoutId id="2147484632" r:id="rId4"/>
    <p:sldLayoutId id="2147484633" r:id="rId5"/>
    <p:sldLayoutId id="2147484634" r:id="rId6"/>
    <p:sldLayoutId id="2147484635" r:id="rId7"/>
    <p:sldLayoutId id="2147484636" r:id="rId8"/>
    <p:sldLayoutId id="2147484637" r:id="rId9"/>
    <p:sldLayoutId id="2147484638" r:id="rId10"/>
    <p:sldLayoutId id="214748463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1.png"/><Relationship Id="rId5" Type="http://schemas.openxmlformats.org/officeDocument/2006/relationships/customXml" Target="../ink/ink2.xml"/><Relationship Id="rId10" Type="http://schemas.openxmlformats.org/officeDocument/2006/relationships/customXml" Target="../ink/ink4.xml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D0227-B3B1-9828-86D2-2C6502143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404" y="681498"/>
            <a:ext cx="10191942" cy="3173034"/>
          </a:xfrm>
        </p:spPr>
        <p:txBody>
          <a:bodyPr>
            <a:normAutofit/>
          </a:bodyPr>
          <a:lstStyle/>
          <a:p>
            <a:r>
              <a:rPr lang="en-GB" sz="6600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4B90DB-921E-9475-8027-433AC8AB1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8375" y="3980041"/>
            <a:ext cx="9144000" cy="1265285"/>
          </a:xfrm>
        </p:spPr>
        <p:txBody>
          <a:bodyPr>
            <a:normAutofit/>
          </a:bodyPr>
          <a:lstStyle/>
          <a:p>
            <a:r>
              <a:rPr lang="en-GB" sz="2200" dirty="0"/>
              <a:t>Fenn Leppard - Group Meeting – 17/04/24</a:t>
            </a: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DE5E8990-39C9-CCE5-8247-BC1C5807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 descr="A black background with a blue and yellow emblem&#10;&#10;Description automatically generated">
            <a:extLst>
              <a:ext uri="{FF2B5EF4-FFF2-40B4-BE49-F238E27FC236}">
                <a16:creationId xmlns:a16="http://schemas.microsoft.com/office/drawing/2014/main" id="{A40B6556-DB50-126A-1562-0F8B6215FE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80" b="31648"/>
          <a:stretch/>
        </p:blipFill>
        <p:spPr>
          <a:xfrm>
            <a:off x="-310067" y="0"/>
            <a:ext cx="3157798" cy="68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5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E49B2EB-1F41-3A88-A15D-A1577B2CA24B}"/>
              </a:ext>
            </a:extLst>
          </p:cNvPr>
          <p:cNvSpPr txBox="1"/>
          <p:nvPr/>
        </p:nvSpPr>
        <p:spPr>
          <a:xfrm>
            <a:off x="10406271" y="52514"/>
            <a:ext cx="1552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latin typeface="+mj-lt"/>
              </a:rPr>
              <a:t>Summary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80109A8-4FFC-984D-2AD2-A1B9FA811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413" y="1638300"/>
            <a:ext cx="10585174" cy="3581400"/>
          </a:xfrm>
        </p:spPr>
        <p:txBody>
          <a:bodyPr/>
          <a:lstStyle/>
          <a:p>
            <a:r>
              <a:rPr lang="en-GB" dirty="0"/>
              <a:t>Working on fixing Juno MAG code:</a:t>
            </a:r>
          </a:p>
          <a:p>
            <a:pPr lvl="1"/>
            <a:r>
              <a:rPr lang="en-GB" dirty="0"/>
              <a:t>I have a working test code, need to generalise and introduce </a:t>
            </a:r>
            <a:r>
              <a:rPr lang="en-GB" dirty="0" err="1"/>
              <a:t>B</a:t>
            </a:r>
            <a:r>
              <a:rPr lang="en-GB" baseline="-25000" dirty="0" err="1"/>
              <a:t>Parallel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Once working I will reproduce my MAG plots.</a:t>
            </a:r>
          </a:p>
          <a:p>
            <a:r>
              <a:rPr lang="en-GB" dirty="0"/>
              <a:t>Low Resolution Electron JEDI code still broken</a:t>
            </a:r>
          </a:p>
          <a:p>
            <a:r>
              <a:rPr lang="en-GB" dirty="0"/>
              <a:t>Expanded, re-binned and shifted XMM data to account for light travel time.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292608" lvl="1" indent="0">
              <a:buNone/>
            </a:pPr>
            <a:endParaRPr lang="en-GB" dirty="0"/>
          </a:p>
        </p:txBody>
      </p:sp>
      <p:pic>
        <p:nvPicPr>
          <p:cNvPr id="3" name="Picture 2" descr="A black background with a blue and yellow emblem&#10;&#10;Description automatically generated">
            <a:extLst>
              <a:ext uri="{FF2B5EF4-FFF2-40B4-BE49-F238E27FC236}">
                <a16:creationId xmlns:a16="http://schemas.microsoft.com/office/drawing/2014/main" id="{C9B46190-ABEC-D8DC-835C-DA8FC853B1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80" b="31648"/>
          <a:stretch/>
        </p:blipFill>
        <p:spPr>
          <a:xfrm>
            <a:off x="-310067" y="0"/>
            <a:ext cx="3157798" cy="68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roup 83">
            <a:extLst>
              <a:ext uri="{FF2B5EF4-FFF2-40B4-BE49-F238E27FC236}">
                <a16:creationId xmlns:a16="http://schemas.microsoft.com/office/drawing/2014/main" id="{DD8F071B-727E-B6C1-9736-3151C8EA7E27}"/>
              </a:ext>
            </a:extLst>
          </p:cNvPr>
          <p:cNvGrpSpPr/>
          <p:nvPr/>
        </p:nvGrpSpPr>
        <p:grpSpPr>
          <a:xfrm>
            <a:off x="-375160" y="199991"/>
            <a:ext cx="8728040" cy="2896399"/>
            <a:chOff x="-404341" y="3555903"/>
            <a:chExt cx="8728040" cy="2896399"/>
          </a:xfrm>
        </p:grpSpPr>
        <p:pic>
          <p:nvPicPr>
            <p:cNvPr id="74" name="Picture 73" descr="A graph with red lines&#10;&#10;Description automatically generated">
              <a:extLst>
                <a:ext uri="{FF2B5EF4-FFF2-40B4-BE49-F238E27FC236}">
                  <a16:creationId xmlns:a16="http://schemas.microsoft.com/office/drawing/2014/main" id="{7681B560-C095-F286-1CD3-B25A1A10B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04341" y="3637655"/>
              <a:ext cx="8728040" cy="2618412"/>
            </a:xfrm>
            <a:prstGeom prst="rect">
              <a:avLst/>
            </a:prstGeom>
          </p:spPr>
        </p:pic>
        <p:sp>
          <p:nvSpPr>
            <p:cNvPr id="44" name="Right Bracket 43">
              <a:extLst>
                <a:ext uri="{FF2B5EF4-FFF2-40B4-BE49-F238E27FC236}">
                  <a16:creationId xmlns:a16="http://schemas.microsoft.com/office/drawing/2014/main" id="{EFDB604F-4035-C70B-E571-F490F4605774}"/>
                </a:ext>
              </a:extLst>
            </p:cNvPr>
            <p:cNvSpPr/>
            <p:nvPr/>
          </p:nvSpPr>
          <p:spPr>
            <a:xfrm rot="5400000">
              <a:off x="5288823" y="4917416"/>
              <a:ext cx="205742" cy="2864030"/>
            </a:xfrm>
            <a:prstGeom prst="rightBracket">
              <a:avLst/>
            </a:prstGeom>
            <a:ln w="38100">
              <a:solidFill>
                <a:schemeClr val="accent6"/>
              </a:solidFill>
              <a:prstDash val="solid"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3935545636">
                    <a:custGeom>
                      <a:avLst/>
                      <a:gdLst>
                        <a:gd name="connsiteX0" fmla="*/ 0 w 205742"/>
                        <a:gd name="connsiteY0" fmla="*/ 0 h 2864030"/>
                        <a:gd name="connsiteX1" fmla="*/ 102871 w 205742"/>
                        <a:gd name="connsiteY1" fmla="*/ 17144 h 2864030"/>
                        <a:gd name="connsiteX2" fmla="*/ 102871 w 205742"/>
                        <a:gd name="connsiteY2" fmla="*/ 398654 h 2864030"/>
                        <a:gd name="connsiteX3" fmla="*/ 102871 w 205742"/>
                        <a:gd name="connsiteY3" fmla="*/ 750817 h 2864030"/>
                        <a:gd name="connsiteX4" fmla="*/ 205742 w 205742"/>
                        <a:gd name="connsiteY4" fmla="*/ 767961 h 2864030"/>
                        <a:gd name="connsiteX5" fmla="*/ 102871 w 205742"/>
                        <a:gd name="connsiteY5" fmla="*/ 785105 h 2864030"/>
                        <a:gd name="connsiteX6" fmla="*/ 102871 w 205742"/>
                        <a:gd name="connsiteY6" fmla="*/ 1492983 h 2864030"/>
                        <a:gd name="connsiteX7" fmla="*/ 102871 w 205742"/>
                        <a:gd name="connsiteY7" fmla="*/ 2221479 h 2864030"/>
                        <a:gd name="connsiteX8" fmla="*/ 102871 w 205742"/>
                        <a:gd name="connsiteY8" fmla="*/ 2846886 h 2864030"/>
                        <a:gd name="connsiteX9" fmla="*/ 0 w 205742"/>
                        <a:gd name="connsiteY9" fmla="*/ 2864030 h 2864030"/>
                        <a:gd name="connsiteX10" fmla="*/ 0 w 205742"/>
                        <a:gd name="connsiteY10" fmla="*/ 2348505 h 2864030"/>
                        <a:gd name="connsiteX11" fmla="*/ 0 w 205742"/>
                        <a:gd name="connsiteY11" fmla="*/ 1718418 h 2864030"/>
                        <a:gd name="connsiteX12" fmla="*/ 0 w 205742"/>
                        <a:gd name="connsiteY12" fmla="*/ 1116972 h 2864030"/>
                        <a:gd name="connsiteX13" fmla="*/ 0 w 205742"/>
                        <a:gd name="connsiteY13" fmla="*/ 630087 h 2864030"/>
                        <a:gd name="connsiteX14" fmla="*/ 0 w 205742"/>
                        <a:gd name="connsiteY14" fmla="*/ 0 h 2864030"/>
                        <a:gd name="connsiteX0" fmla="*/ 0 w 205742"/>
                        <a:gd name="connsiteY0" fmla="*/ 0 h 2864030"/>
                        <a:gd name="connsiteX1" fmla="*/ 102871 w 205742"/>
                        <a:gd name="connsiteY1" fmla="*/ 17144 h 2864030"/>
                        <a:gd name="connsiteX2" fmla="*/ 102871 w 205742"/>
                        <a:gd name="connsiteY2" fmla="*/ 369307 h 2864030"/>
                        <a:gd name="connsiteX3" fmla="*/ 102871 w 205742"/>
                        <a:gd name="connsiteY3" fmla="*/ 750817 h 2864030"/>
                        <a:gd name="connsiteX4" fmla="*/ 205742 w 205742"/>
                        <a:gd name="connsiteY4" fmla="*/ 767961 h 2864030"/>
                        <a:gd name="connsiteX5" fmla="*/ 102871 w 205742"/>
                        <a:gd name="connsiteY5" fmla="*/ 785105 h 2864030"/>
                        <a:gd name="connsiteX6" fmla="*/ 102871 w 205742"/>
                        <a:gd name="connsiteY6" fmla="*/ 1451748 h 2864030"/>
                        <a:gd name="connsiteX7" fmla="*/ 102871 w 205742"/>
                        <a:gd name="connsiteY7" fmla="*/ 2097772 h 2864030"/>
                        <a:gd name="connsiteX8" fmla="*/ 102871 w 205742"/>
                        <a:gd name="connsiteY8" fmla="*/ 2846886 h 2864030"/>
                        <a:gd name="connsiteX9" fmla="*/ 0 w 205742"/>
                        <a:gd name="connsiteY9" fmla="*/ 2864030 h 28640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05742" h="2864030" stroke="0" extrusionOk="0">
                          <a:moveTo>
                            <a:pt x="0" y="0"/>
                          </a:moveTo>
                          <a:cubicBezTo>
                            <a:pt x="57195" y="117"/>
                            <a:pt x="102829" y="9327"/>
                            <a:pt x="102871" y="17144"/>
                          </a:cubicBezTo>
                          <a:cubicBezTo>
                            <a:pt x="120654" y="158031"/>
                            <a:pt x="111748" y="215296"/>
                            <a:pt x="102871" y="398654"/>
                          </a:cubicBezTo>
                          <a:cubicBezTo>
                            <a:pt x="93995" y="582012"/>
                            <a:pt x="99613" y="623846"/>
                            <a:pt x="102871" y="750817"/>
                          </a:cubicBezTo>
                          <a:cubicBezTo>
                            <a:pt x="104085" y="760272"/>
                            <a:pt x="138695" y="771567"/>
                            <a:pt x="205742" y="767961"/>
                          </a:cubicBezTo>
                          <a:cubicBezTo>
                            <a:pt x="148733" y="770199"/>
                            <a:pt x="102558" y="775814"/>
                            <a:pt x="102871" y="785105"/>
                          </a:cubicBezTo>
                          <a:cubicBezTo>
                            <a:pt x="127801" y="948679"/>
                            <a:pt x="89141" y="1303065"/>
                            <a:pt x="102871" y="1492983"/>
                          </a:cubicBezTo>
                          <a:cubicBezTo>
                            <a:pt x="116601" y="1682901"/>
                            <a:pt x="73302" y="1935383"/>
                            <a:pt x="102871" y="2221479"/>
                          </a:cubicBezTo>
                          <a:cubicBezTo>
                            <a:pt x="132440" y="2507575"/>
                            <a:pt x="114957" y="2638119"/>
                            <a:pt x="102871" y="2846886"/>
                          </a:cubicBezTo>
                          <a:cubicBezTo>
                            <a:pt x="100560" y="2861855"/>
                            <a:pt x="55974" y="2871193"/>
                            <a:pt x="0" y="2864030"/>
                          </a:cubicBezTo>
                          <a:cubicBezTo>
                            <a:pt x="-15101" y="2686960"/>
                            <a:pt x="-17490" y="2525389"/>
                            <a:pt x="0" y="2348505"/>
                          </a:cubicBezTo>
                          <a:cubicBezTo>
                            <a:pt x="17490" y="2171621"/>
                            <a:pt x="14983" y="1978335"/>
                            <a:pt x="0" y="1718418"/>
                          </a:cubicBezTo>
                          <a:cubicBezTo>
                            <a:pt x="-14983" y="1458501"/>
                            <a:pt x="-20167" y="1259893"/>
                            <a:pt x="0" y="1116972"/>
                          </a:cubicBezTo>
                          <a:cubicBezTo>
                            <a:pt x="20167" y="974051"/>
                            <a:pt x="12486" y="801244"/>
                            <a:pt x="0" y="630087"/>
                          </a:cubicBezTo>
                          <a:cubicBezTo>
                            <a:pt x="-12486" y="458930"/>
                            <a:pt x="14631" y="268634"/>
                            <a:pt x="0" y="0"/>
                          </a:cubicBezTo>
                          <a:close/>
                        </a:path>
                        <a:path w="205742" h="2864030" fill="none" extrusionOk="0">
                          <a:moveTo>
                            <a:pt x="0" y="0"/>
                          </a:moveTo>
                          <a:cubicBezTo>
                            <a:pt x="57969" y="35"/>
                            <a:pt x="102759" y="6493"/>
                            <a:pt x="102871" y="17144"/>
                          </a:cubicBezTo>
                          <a:cubicBezTo>
                            <a:pt x="90893" y="131668"/>
                            <a:pt x="100848" y="206039"/>
                            <a:pt x="102871" y="369307"/>
                          </a:cubicBezTo>
                          <a:cubicBezTo>
                            <a:pt x="104894" y="532575"/>
                            <a:pt x="85075" y="595931"/>
                            <a:pt x="102871" y="750817"/>
                          </a:cubicBezTo>
                          <a:cubicBezTo>
                            <a:pt x="104777" y="756124"/>
                            <a:pt x="150564" y="772083"/>
                            <a:pt x="205742" y="767961"/>
                          </a:cubicBezTo>
                          <a:cubicBezTo>
                            <a:pt x="150018" y="768968"/>
                            <a:pt x="101604" y="775467"/>
                            <a:pt x="102871" y="785105"/>
                          </a:cubicBezTo>
                          <a:cubicBezTo>
                            <a:pt x="108978" y="1032396"/>
                            <a:pt x="105591" y="1312522"/>
                            <a:pt x="102871" y="1451748"/>
                          </a:cubicBezTo>
                          <a:cubicBezTo>
                            <a:pt x="100151" y="1590974"/>
                            <a:pt x="122929" y="1805265"/>
                            <a:pt x="102871" y="2097772"/>
                          </a:cubicBezTo>
                          <a:cubicBezTo>
                            <a:pt x="82813" y="2390279"/>
                            <a:pt x="102831" y="2543124"/>
                            <a:pt x="102871" y="2846886"/>
                          </a:cubicBezTo>
                          <a:cubicBezTo>
                            <a:pt x="99001" y="2854229"/>
                            <a:pt x="56929" y="2865220"/>
                            <a:pt x="0" y="2864030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5344B98-386E-4788-5714-A744E2CB7FC2}"/>
                </a:ext>
              </a:extLst>
            </p:cNvPr>
            <p:cNvCxnSpPr>
              <a:cxnSpLocks/>
            </p:cNvCxnSpPr>
            <p:nvPr/>
          </p:nvCxnSpPr>
          <p:spPr>
            <a:xfrm>
              <a:off x="2457995" y="3555903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6" name="Right Bracket 65">
              <a:extLst>
                <a:ext uri="{FF2B5EF4-FFF2-40B4-BE49-F238E27FC236}">
                  <a16:creationId xmlns:a16="http://schemas.microsoft.com/office/drawing/2014/main" id="{7F9A474D-9670-D405-1FAD-07099BED89C3}"/>
                </a:ext>
              </a:extLst>
            </p:cNvPr>
            <p:cNvSpPr/>
            <p:nvPr/>
          </p:nvSpPr>
          <p:spPr>
            <a:xfrm rot="5400000">
              <a:off x="1226754" y="5712205"/>
              <a:ext cx="205742" cy="1159306"/>
            </a:xfrm>
            <a:prstGeom prst="rightBracket">
              <a:avLst/>
            </a:prstGeom>
            <a:ln w="38100">
              <a:solidFill>
                <a:schemeClr val="accent6"/>
              </a:solidFill>
              <a:prstDash val="solid"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469364334">
                    <a:custGeom>
                      <a:avLst/>
                      <a:gdLst>
                        <a:gd name="connsiteX0" fmla="*/ 0 w 205742"/>
                        <a:gd name="connsiteY0" fmla="*/ 0 h 1159306"/>
                        <a:gd name="connsiteX1" fmla="*/ 102871 w 205742"/>
                        <a:gd name="connsiteY1" fmla="*/ 17144 h 1159306"/>
                        <a:gd name="connsiteX2" fmla="*/ 102871 w 205742"/>
                        <a:gd name="connsiteY2" fmla="*/ 293712 h 1159306"/>
                        <a:gd name="connsiteX3" fmla="*/ 205742 w 205742"/>
                        <a:gd name="connsiteY3" fmla="*/ 310856 h 1159306"/>
                        <a:gd name="connsiteX4" fmla="*/ 102871 w 205742"/>
                        <a:gd name="connsiteY4" fmla="*/ 328000 h 1159306"/>
                        <a:gd name="connsiteX5" fmla="*/ 102871 w 205742"/>
                        <a:gd name="connsiteY5" fmla="*/ 751364 h 1159306"/>
                        <a:gd name="connsiteX6" fmla="*/ 102871 w 205742"/>
                        <a:gd name="connsiteY6" fmla="*/ 1142162 h 1159306"/>
                        <a:gd name="connsiteX7" fmla="*/ 0 w 205742"/>
                        <a:gd name="connsiteY7" fmla="*/ 1159306 h 1159306"/>
                        <a:gd name="connsiteX8" fmla="*/ 0 w 205742"/>
                        <a:gd name="connsiteY8" fmla="*/ 556467 h 1159306"/>
                        <a:gd name="connsiteX9" fmla="*/ 0 w 205742"/>
                        <a:gd name="connsiteY9" fmla="*/ 0 h 1159306"/>
                        <a:gd name="connsiteX0" fmla="*/ 0 w 205742"/>
                        <a:gd name="connsiteY0" fmla="*/ 0 h 1159306"/>
                        <a:gd name="connsiteX1" fmla="*/ 102871 w 205742"/>
                        <a:gd name="connsiteY1" fmla="*/ 17144 h 1159306"/>
                        <a:gd name="connsiteX2" fmla="*/ 102871 w 205742"/>
                        <a:gd name="connsiteY2" fmla="*/ 293712 h 1159306"/>
                        <a:gd name="connsiteX3" fmla="*/ 205742 w 205742"/>
                        <a:gd name="connsiteY3" fmla="*/ 310856 h 1159306"/>
                        <a:gd name="connsiteX4" fmla="*/ 102871 w 205742"/>
                        <a:gd name="connsiteY4" fmla="*/ 328000 h 1159306"/>
                        <a:gd name="connsiteX5" fmla="*/ 102871 w 205742"/>
                        <a:gd name="connsiteY5" fmla="*/ 751364 h 1159306"/>
                        <a:gd name="connsiteX6" fmla="*/ 102871 w 205742"/>
                        <a:gd name="connsiteY6" fmla="*/ 1142162 h 1159306"/>
                        <a:gd name="connsiteX7" fmla="*/ 0 w 205742"/>
                        <a:gd name="connsiteY7" fmla="*/ 1159306 h 115930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05742" h="1159306" stroke="0" extrusionOk="0">
                          <a:moveTo>
                            <a:pt x="0" y="0"/>
                          </a:moveTo>
                          <a:cubicBezTo>
                            <a:pt x="54745" y="-170"/>
                            <a:pt x="103148" y="7301"/>
                            <a:pt x="102871" y="17144"/>
                          </a:cubicBezTo>
                          <a:cubicBezTo>
                            <a:pt x="100658" y="142434"/>
                            <a:pt x="101292" y="214515"/>
                            <a:pt x="102871" y="293712"/>
                          </a:cubicBezTo>
                          <a:cubicBezTo>
                            <a:pt x="95394" y="304122"/>
                            <a:pt x="158121" y="317661"/>
                            <a:pt x="205742" y="310856"/>
                          </a:cubicBezTo>
                          <a:cubicBezTo>
                            <a:pt x="150973" y="310396"/>
                            <a:pt x="102425" y="320646"/>
                            <a:pt x="102871" y="328000"/>
                          </a:cubicBezTo>
                          <a:cubicBezTo>
                            <a:pt x="91690" y="444813"/>
                            <a:pt x="103136" y="638657"/>
                            <a:pt x="102871" y="751364"/>
                          </a:cubicBezTo>
                          <a:cubicBezTo>
                            <a:pt x="102606" y="864071"/>
                            <a:pt x="95613" y="1017847"/>
                            <a:pt x="102871" y="1142162"/>
                          </a:cubicBezTo>
                          <a:cubicBezTo>
                            <a:pt x="100036" y="1150075"/>
                            <a:pt x="55876" y="1153802"/>
                            <a:pt x="0" y="1159306"/>
                          </a:cubicBezTo>
                          <a:cubicBezTo>
                            <a:pt x="-10405" y="884987"/>
                            <a:pt x="8176" y="758974"/>
                            <a:pt x="0" y="556467"/>
                          </a:cubicBezTo>
                          <a:cubicBezTo>
                            <a:pt x="-8176" y="353960"/>
                            <a:pt x="7203" y="198850"/>
                            <a:pt x="0" y="0"/>
                          </a:cubicBezTo>
                          <a:close/>
                        </a:path>
                        <a:path w="205742" h="1159306" fill="none" extrusionOk="0">
                          <a:moveTo>
                            <a:pt x="0" y="0"/>
                          </a:moveTo>
                          <a:cubicBezTo>
                            <a:pt x="56014" y="526"/>
                            <a:pt x="101655" y="7426"/>
                            <a:pt x="102871" y="17144"/>
                          </a:cubicBezTo>
                          <a:cubicBezTo>
                            <a:pt x="102134" y="82266"/>
                            <a:pt x="110918" y="157382"/>
                            <a:pt x="102871" y="293712"/>
                          </a:cubicBezTo>
                          <a:cubicBezTo>
                            <a:pt x="108514" y="311902"/>
                            <a:pt x="153811" y="305059"/>
                            <a:pt x="205742" y="310856"/>
                          </a:cubicBezTo>
                          <a:cubicBezTo>
                            <a:pt x="148664" y="310472"/>
                            <a:pt x="103035" y="319007"/>
                            <a:pt x="102871" y="328000"/>
                          </a:cubicBezTo>
                          <a:cubicBezTo>
                            <a:pt x="83281" y="524943"/>
                            <a:pt x="110432" y="645621"/>
                            <a:pt x="102871" y="751364"/>
                          </a:cubicBezTo>
                          <a:cubicBezTo>
                            <a:pt x="95310" y="857107"/>
                            <a:pt x="99540" y="986044"/>
                            <a:pt x="102871" y="1142162"/>
                          </a:cubicBezTo>
                          <a:cubicBezTo>
                            <a:pt x="110225" y="1152113"/>
                            <a:pt x="54751" y="1157936"/>
                            <a:pt x="0" y="1159306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E7739C3E-5EBD-B4AD-ABC5-080D7265ACDC}"/>
                </a:ext>
              </a:extLst>
            </p:cNvPr>
            <p:cNvCxnSpPr>
              <a:cxnSpLocks/>
            </p:cNvCxnSpPr>
            <p:nvPr/>
          </p:nvCxnSpPr>
          <p:spPr>
            <a:xfrm>
              <a:off x="3805211" y="4007849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3EA261D5-1759-73CC-9F7A-92E27A40742B}"/>
                </a:ext>
              </a:extLst>
            </p:cNvPr>
            <p:cNvCxnSpPr>
              <a:cxnSpLocks/>
            </p:cNvCxnSpPr>
            <p:nvPr/>
          </p:nvCxnSpPr>
          <p:spPr>
            <a:xfrm>
              <a:off x="2055659" y="3607902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88B4247D-3A70-731A-6D7E-BA3F54A75097}"/>
              </a:ext>
            </a:extLst>
          </p:cNvPr>
          <p:cNvSpPr txBox="1"/>
          <p:nvPr/>
        </p:nvSpPr>
        <p:spPr>
          <a:xfrm>
            <a:off x="8929007" y="4294415"/>
            <a:ext cx="1992086" cy="369332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Large Peaks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82430F8-54A9-32F5-F3FA-C2126E767E4C}"/>
              </a:ext>
            </a:extLst>
          </p:cNvPr>
          <p:cNvSpPr txBox="1"/>
          <p:nvPr/>
        </p:nvSpPr>
        <p:spPr>
          <a:xfrm>
            <a:off x="8929007" y="5116287"/>
            <a:ext cx="1992086" cy="646331"/>
          </a:xfrm>
          <a:prstGeom prst="rect">
            <a:avLst/>
          </a:prstGeom>
          <a:noFill/>
          <a:ln w="38100">
            <a:solidFill>
              <a:schemeClr val="accent6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Rapid Pulsations ~ 2 Mins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7E929D0-C028-7E0D-7423-AD4935C2F986}"/>
              </a:ext>
            </a:extLst>
          </p:cNvPr>
          <p:cNvSpPr txBox="1"/>
          <p:nvPr/>
        </p:nvSpPr>
        <p:spPr>
          <a:xfrm>
            <a:off x="7831910" y="696015"/>
            <a:ext cx="418627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2017 – 06 – 19</a:t>
            </a:r>
          </a:p>
          <a:p>
            <a:endParaRPr lang="en-GB" dirty="0"/>
          </a:p>
          <a:p>
            <a:r>
              <a:rPr lang="en-GB" dirty="0"/>
              <a:t>Juno at ~110 RJ during this time – Very outer edge of magnetosphere.</a:t>
            </a:r>
          </a:p>
          <a:p>
            <a:endParaRPr lang="en-GB" dirty="0"/>
          </a:p>
          <a:p>
            <a:r>
              <a:rPr lang="en-GB" dirty="0"/>
              <a:t>Some large peaks along with very rapid pulsations (~2 mins)</a:t>
            </a:r>
          </a:p>
          <a:p>
            <a:endParaRPr lang="en-GB" dirty="0"/>
          </a:p>
          <a:p>
            <a:endParaRPr lang="en-GB" dirty="0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DB28D69-299B-230F-4203-4E93BC8CF713}"/>
              </a:ext>
            </a:extLst>
          </p:cNvPr>
          <p:cNvGrpSpPr/>
          <p:nvPr/>
        </p:nvGrpSpPr>
        <p:grpSpPr>
          <a:xfrm>
            <a:off x="359922" y="3761611"/>
            <a:ext cx="7237379" cy="2701534"/>
            <a:chOff x="173811" y="440029"/>
            <a:chExt cx="7355398" cy="2701534"/>
          </a:xfrm>
        </p:grpSpPr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87B99732-B4A7-A6B4-7714-B86BF2D4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811" y="440029"/>
              <a:ext cx="7355398" cy="2561413"/>
            </a:xfrm>
            <a:prstGeom prst="rect">
              <a:avLst/>
            </a:prstGeom>
          </p:spPr>
        </p:pic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1790C27-7673-FC9F-1B4B-D1F1B30D2B61}"/>
                </a:ext>
              </a:extLst>
            </p:cNvPr>
            <p:cNvCxnSpPr>
              <a:cxnSpLocks/>
            </p:cNvCxnSpPr>
            <p:nvPr/>
          </p:nvCxnSpPr>
          <p:spPr>
            <a:xfrm>
              <a:off x="3721062" y="508282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6DF318D-44F7-E878-8C28-12C06FB749F2}"/>
                </a:ext>
              </a:extLst>
            </p:cNvPr>
            <p:cNvCxnSpPr>
              <a:cxnSpLocks/>
            </p:cNvCxnSpPr>
            <p:nvPr/>
          </p:nvCxnSpPr>
          <p:spPr>
            <a:xfrm>
              <a:off x="2154719" y="665853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8" name="Right Bracket 67">
              <a:extLst>
                <a:ext uri="{FF2B5EF4-FFF2-40B4-BE49-F238E27FC236}">
                  <a16:creationId xmlns:a16="http://schemas.microsoft.com/office/drawing/2014/main" id="{2C8DE4D0-79B1-0241-507A-40F00C7727EF}"/>
                </a:ext>
              </a:extLst>
            </p:cNvPr>
            <p:cNvSpPr/>
            <p:nvPr/>
          </p:nvSpPr>
          <p:spPr>
            <a:xfrm rot="5400000">
              <a:off x="5415578" y="1420367"/>
              <a:ext cx="265297" cy="3177096"/>
            </a:xfrm>
            <a:prstGeom prst="rightBracket">
              <a:avLst/>
            </a:prstGeom>
            <a:ln w="38100">
              <a:solidFill>
                <a:schemeClr val="accent6"/>
              </a:solidFill>
              <a:prstDash val="solid"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2830084044">
                    <a:custGeom>
                      <a:avLst/>
                      <a:gdLst>
                        <a:gd name="connsiteX0" fmla="*/ 0 w 205196"/>
                        <a:gd name="connsiteY0" fmla="*/ 0 h 2789435"/>
                        <a:gd name="connsiteX1" fmla="*/ 102598 w 205196"/>
                        <a:gd name="connsiteY1" fmla="*/ 17099 h 2789435"/>
                        <a:gd name="connsiteX2" fmla="*/ 102598 w 205196"/>
                        <a:gd name="connsiteY2" fmla="*/ 366842 h 2789435"/>
                        <a:gd name="connsiteX3" fmla="*/ 102598 w 205196"/>
                        <a:gd name="connsiteY3" fmla="*/ 730860 h 2789435"/>
                        <a:gd name="connsiteX4" fmla="*/ 205196 w 205196"/>
                        <a:gd name="connsiteY4" fmla="*/ 747959 h 2789435"/>
                        <a:gd name="connsiteX5" fmla="*/ 102598 w 205196"/>
                        <a:gd name="connsiteY5" fmla="*/ 765058 h 2789435"/>
                        <a:gd name="connsiteX6" fmla="*/ 102598 w 205196"/>
                        <a:gd name="connsiteY6" fmla="*/ 1474296 h 2789435"/>
                        <a:gd name="connsiteX7" fmla="*/ 102598 w 205196"/>
                        <a:gd name="connsiteY7" fmla="*/ 2123316 h 2789435"/>
                        <a:gd name="connsiteX8" fmla="*/ 102598 w 205196"/>
                        <a:gd name="connsiteY8" fmla="*/ 2772336 h 2789435"/>
                        <a:gd name="connsiteX9" fmla="*/ 0 w 205196"/>
                        <a:gd name="connsiteY9" fmla="*/ 2789435 h 2789435"/>
                        <a:gd name="connsiteX10" fmla="*/ 0 w 205196"/>
                        <a:gd name="connsiteY10" fmla="*/ 2036288 h 2789435"/>
                        <a:gd name="connsiteX11" fmla="*/ 0 w 205196"/>
                        <a:gd name="connsiteY11" fmla="*/ 1422612 h 2789435"/>
                        <a:gd name="connsiteX12" fmla="*/ 0 w 205196"/>
                        <a:gd name="connsiteY12" fmla="*/ 781042 h 2789435"/>
                        <a:gd name="connsiteX13" fmla="*/ 0 w 205196"/>
                        <a:gd name="connsiteY13" fmla="*/ 0 h 2789435"/>
                        <a:gd name="connsiteX0" fmla="*/ 0 w 205196"/>
                        <a:gd name="connsiteY0" fmla="*/ 0 h 2789435"/>
                        <a:gd name="connsiteX1" fmla="*/ 102598 w 205196"/>
                        <a:gd name="connsiteY1" fmla="*/ 17099 h 2789435"/>
                        <a:gd name="connsiteX2" fmla="*/ 102598 w 205196"/>
                        <a:gd name="connsiteY2" fmla="*/ 366842 h 2789435"/>
                        <a:gd name="connsiteX3" fmla="*/ 102598 w 205196"/>
                        <a:gd name="connsiteY3" fmla="*/ 730860 h 2789435"/>
                        <a:gd name="connsiteX4" fmla="*/ 205196 w 205196"/>
                        <a:gd name="connsiteY4" fmla="*/ 747959 h 2789435"/>
                        <a:gd name="connsiteX5" fmla="*/ 102598 w 205196"/>
                        <a:gd name="connsiteY5" fmla="*/ 765058 h 2789435"/>
                        <a:gd name="connsiteX6" fmla="*/ 102598 w 205196"/>
                        <a:gd name="connsiteY6" fmla="*/ 1434151 h 2789435"/>
                        <a:gd name="connsiteX7" fmla="*/ 102598 w 205196"/>
                        <a:gd name="connsiteY7" fmla="*/ 2103243 h 2789435"/>
                        <a:gd name="connsiteX8" fmla="*/ 102598 w 205196"/>
                        <a:gd name="connsiteY8" fmla="*/ 2772336 h 2789435"/>
                        <a:gd name="connsiteX9" fmla="*/ 0 w 205196"/>
                        <a:gd name="connsiteY9" fmla="*/ 2789435 h 27894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05196" h="2789435" stroke="0" extrusionOk="0">
                          <a:moveTo>
                            <a:pt x="0" y="0"/>
                          </a:moveTo>
                          <a:cubicBezTo>
                            <a:pt x="56712" y="303"/>
                            <a:pt x="102849" y="7541"/>
                            <a:pt x="102598" y="17099"/>
                          </a:cubicBezTo>
                          <a:cubicBezTo>
                            <a:pt x="88017" y="105823"/>
                            <a:pt x="100064" y="199865"/>
                            <a:pt x="102598" y="366842"/>
                          </a:cubicBezTo>
                          <a:cubicBezTo>
                            <a:pt x="105132" y="533819"/>
                            <a:pt x="102519" y="601889"/>
                            <a:pt x="102598" y="730860"/>
                          </a:cubicBezTo>
                          <a:cubicBezTo>
                            <a:pt x="109080" y="733933"/>
                            <a:pt x="148968" y="750686"/>
                            <a:pt x="205196" y="747959"/>
                          </a:cubicBezTo>
                          <a:cubicBezTo>
                            <a:pt x="148528" y="745678"/>
                            <a:pt x="101870" y="753555"/>
                            <a:pt x="102598" y="765058"/>
                          </a:cubicBezTo>
                          <a:cubicBezTo>
                            <a:pt x="115439" y="1020998"/>
                            <a:pt x="117638" y="1241900"/>
                            <a:pt x="102598" y="1474296"/>
                          </a:cubicBezTo>
                          <a:cubicBezTo>
                            <a:pt x="87558" y="1706692"/>
                            <a:pt x="97543" y="1869129"/>
                            <a:pt x="102598" y="2123316"/>
                          </a:cubicBezTo>
                          <a:cubicBezTo>
                            <a:pt x="107653" y="2377503"/>
                            <a:pt x="131390" y="2567735"/>
                            <a:pt x="102598" y="2772336"/>
                          </a:cubicBezTo>
                          <a:cubicBezTo>
                            <a:pt x="101271" y="2786347"/>
                            <a:pt x="48555" y="2791210"/>
                            <a:pt x="0" y="2789435"/>
                          </a:cubicBezTo>
                          <a:cubicBezTo>
                            <a:pt x="-28493" y="2470122"/>
                            <a:pt x="-5384" y="2225416"/>
                            <a:pt x="0" y="2036288"/>
                          </a:cubicBezTo>
                          <a:cubicBezTo>
                            <a:pt x="5384" y="1847160"/>
                            <a:pt x="-24482" y="1727448"/>
                            <a:pt x="0" y="1422612"/>
                          </a:cubicBezTo>
                          <a:cubicBezTo>
                            <a:pt x="24482" y="1117776"/>
                            <a:pt x="21021" y="973283"/>
                            <a:pt x="0" y="781042"/>
                          </a:cubicBezTo>
                          <a:cubicBezTo>
                            <a:pt x="-21021" y="588801"/>
                            <a:pt x="12600" y="212116"/>
                            <a:pt x="0" y="0"/>
                          </a:cubicBezTo>
                          <a:close/>
                        </a:path>
                        <a:path w="205196" h="2789435" fill="none" extrusionOk="0">
                          <a:moveTo>
                            <a:pt x="0" y="0"/>
                          </a:moveTo>
                          <a:cubicBezTo>
                            <a:pt x="56779" y="-345"/>
                            <a:pt x="103311" y="6231"/>
                            <a:pt x="102598" y="17099"/>
                          </a:cubicBezTo>
                          <a:cubicBezTo>
                            <a:pt x="92700" y="124406"/>
                            <a:pt x="104594" y="217234"/>
                            <a:pt x="102598" y="366842"/>
                          </a:cubicBezTo>
                          <a:cubicBezTo>
                            <a:pt x="100602" y="516450"/>
                            <a:pt x="95167" y="593965"/>
                            <a:pt x="102598" y="730860"/>
                          </a:cubicBezTo>
                          <a:cubicBezTo>
                            <a:pt x="98343" y="729849"/>
                            <a:pt x="146757" y="745444"/>
                            <a:pt x="205196" y="747959"/>
                          </a:cubicBezTo>
                          <a:cubicBezTo>
                            <a:pt x="147793" y="749182"/>
                            <a:pt x="102188" y="755224"/>
                            <a:pt x="102598" y="765058"/>
                          </a:cubicBezTo>
                          <a:cubicBezTo>
                            <a:pt x="122546" y="928037"/>
                            <a:pt x="93489" y="1203438"/>
                            <a:pt x="102598" y="1434151"/>
                          </a:cubicBezTo>
                          <a:cubicBezTo>
                            <a:pt x="111707" y="1664864"/>
                            <a:pt x="95414" y="1955586"/>
                            <a:pt x="102598" y="2103243"/>
                          </a:cubicBezTo>
                          <a:cubicBezTo>
                            <a:pt x="109782" y="2250900"/>
                            <a:pt x="80009" y="2502949"/>
                            <a:pt x="102598" y="2772336"/>
                          </a:cubicBezTo>
                          <a:cubicBezTo>
                            <a:pt x="104470" y="2776376"/>
                            <a:pt x="51714" y="2791586"/>
                            <a:pt x="0" y="2789435"/>
                          </a:cubicBezTo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D93EF6C-A71C-6E69-4AAD-EAF6EBEF2F1B}"/>
                </a:ext>
              </a:extLst>
            </p:cNvPr>
            <p:cNvCxnSpPr>
              <a:cxnSpLocks/>
            </p:cNvCxnSpPr>
            <p:nvPr/>
          </p:nvCxnSpPr>
          <p:spPr>
            <a:xfrm>
              <a:off x="3224892" y="686103"/>
              <a:ext cx="0" cy="286566"/>
            </a:xfrm>
            <a:prstGeom prst="straightConnector1">
              <a:avLst/>
            </a:prstGeom>
            <a:ln w="38100" cap="flat" cmpd="sng" algn="ctr">
              <a:solidFill>
                <a:schemeClr val="accent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546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93158-8E63-20D5-DF00-52FDFBC1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EAA82-BE03-38C2-5A17-FC32EFDCC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763" y="2561960"/>
            <a:ext cx="8313953" cy="4296040"/>
          </a:xfrm>
          <a:prstGeom prst="rect">
            <a:avLst/>
          </a:prstGeom>
        </p:spPr>
      </p:pic>
      <p:pic>
        <p:nvPicPr>
          <p:cNvPr id="10" name="Picture 9" descr="A graph with red lines&#10;&#10;Description automatically generated">
            <a:extLst>
              <a:ext uri="{FF2B5EF4-FFF2-40B4-BE49-F238E27FC236}">
                <a16:creationId xmlns:a16="http://schemas.microsoft.com/office/drawing/2014/main" id="{53815590-D515-E438-3C47-D7ECE53046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19" y="7276"/>
            <a:ext cx="8728040" cy="26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0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26097-1A97-1DE4-D5C0-CD4AF109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A5D62-D081-B8C3-36FE-08DABCA74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187" y="2658996"/>
            <a:ext cx="8776606" cy="4199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C36CD1-0F17-B8E5-FE92-BB591156D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290" y="136525"/>
            <a:ext cx="7772400" cy="270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18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28CD5-3B31-0DBE-73A1-3B93898D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C4C7EF-DD96-38F4-A244-3289B17EF67F}"/>
              </a:ext>
            </a:extLst>
          </p:cNvPr>
          <p:cNvGrpSpPr/>
          <p:nvPr/>
        </p:nvGrpSpPr>
        <p:grpSpPr>
          <a:xfrm>
            <a:off x="-59316" y="1176922"/>
            <a:ext cx="6230044" cy="2344946"/>
            <a:chOff x="0" y="1197882"/>
            <a:chExt cx="5306786" cy="19974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64BE0D-5513-9E18-5F5F-AF17970D9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197882"/>
              <a:ext cx="5306786" cy="1997439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C8F4AB-932E-C1CC-1C22-EDC324F5E744}"/>
                    </a:ext>
                  </a:extLst>
                </p14:cNvPr>
                <p14:cNvContentPartPr/>
                <p14:nvPr/>
              </p14:nvContentPartPr>
              <p14:xfrm>
                <a:off x="525743" y="2074156"/>
                <a:ext cx="1679048" cy="164685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C8F4AB-932E-C1CC-1C22-EDC324F5E74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20530" y="2068943"/>
                  <a:ext cx="1689475" cy="1751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FEBE12B-B1B2-72FD-ED57-9C067714BE22}"/>
                    </a:ext>
                  </a:extLst>
                </p14:cNvPr>
                <p14:cNvContentPartPr/>
                <p14:nvPr/>
              </p14:nvContentPartPr>
              <p14:xfrm>
                <a:off x="2203808" y="1991814"/>
                <a:ext cx="1497649" cy="168372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FEBE12B-B1B2-72FD-ED57-9C067714BE2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98595" y="1986600"/>
                  <a:ext cx="1508075" cy="1787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A14DD2F-9B1C-F175-DD36-D59240A9F411}"/>
                    </a:ext>
                  </a:extLst>
                </p14:cNvPr>
                <p14:cNvContentPartPr/>
                <p14:nvPr/>
              </p14:nvContentPartPr>
              <p14:xfrm>
                <a:off x="3701211" y="1840648"/>
                <a:ext cx="1434479" cy="248256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A14DD2F-9B1C-F175-DD36-D59240A9F41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95998" y="1835438"/>
                  <a:ext cx="1444905" cy="258677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187FA4-36C2-96E1-60DE-A654A4B97C0F}"/>
              </a:ext>
            </a:extLst>
          </p:cNvPr>
          <p:cNvGrpSpPr/>
          <p:nvPr/>
        </p:nvGrpSpPr>
        <p:grpSpPr>
          <a:xfrm>
            <a:off x="5969865" y="1176922"/>
            <a:ext cx="6233925" cy="2344946"/>
            <a:chOff x="6233827" y="1240743"/>
            <a:chExt cx="5306786" cy="199619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4489D1E-D9D5-B395-B4F8-7293BCD10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33827" y="1240743"/>
              <a:ext cx="5306786" cy="1996195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5B062-1A41-54B8-C8D7-C2552F1DE694}"/>
                    </a:ext>
                  </a:extLst>
                </p14:cNvPr>
                <p14:cNvContentPartPr/>
                <p14:nvPr/>
              </p14:nvContentPartPr>
              <p14:xfrm>
                <a:off x="6770268" y="2120921"/>
                <a:ext cx="4592160" cy="316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5B062-1A41-54B8-C8D7-C2552F1DE69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65058" y="2115709"/>
                  <a:ext cx="4602579" cy="326504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C8545CE-1593-9C9B-6988-B065624D76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3808" y="3690718"/>
            <a:ext cx="7772400" cy="2706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8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4D488-1400-35C9-84C0-231C0632A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64ABC-85E7-19D4-7442-1A7465A8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794" y="3809669"/>
            <a:ext cx="8361592" cy="2911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70DF64-6975-F81B-870F-919150E2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794" y="136525"/>
            <a:ext cx="8671028" cy="20625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93D9C-CEA9-1AA7-1A4C-216538E61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4178" y="2127708"/>
            <a:ext cx="8361592" cy="128721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F5F96AF-F8D7-809E-2149-B3E628699689}"/>
              </a:ext>
            </a:extLst>
          </p:cNvPr>
          <p:cNvSpPr/>
          <p:nvPr/>
        </p:nvSpPr>
        <p:spPr>
          <a:xfrm>
            <a:off x="5726622" y="136525"/>
            <a:ext cx="1356543" cy="658495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026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1B6813-D093-3037-DC92-7B4BC17D7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16" y="4401223"/>
            <a:ext cx="8696527" cy="1997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1825DD-5EB8-9188-7609-3153FE922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4F17D9-ED5D-C7D7-72C6-47908E0D7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96894" y="2307221"/>
            <a:ext cx="8696527" cy="22435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BA6A6-6398-48DB-A79C-739F7021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F3C53-B6ED-B948-FC41-AFDCF135D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52" y="0"/>
            <a:ext cx="7495032" cy="230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3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4897</TotalTime>
  <Words>106</Words>
  <Application>Microsoft Macintosh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Progress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Update</dc:title>
  <dc:creator>Fenn Leppard</dc:creator>
  <cp:lastModifiedBy>fleppard@connect.hku.hk</cp:lastModifiedBy>
  <cp:revision>49</cp:revision>
  <dcterms:created xsi:type="dcterms:W3CDTF">2024-02-14T08:44:49Z</dcterms:created>
  <dcterms:modified xsi:type="dcterms:W3CDTF">2024-09-02T10:30:51Z</dcterms:modified>
</cp:coreProperties>
</file>